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6" r:id="rId8"/>
    <p:sldId id="261" r:id="rId9"/>
    <p:sldId id="270" r:id="rId10"/>
    <p:sldId id="268" r:id="rId11"/>
    <p:sldId id="262" r:id="rId12"/>
    <p:sldId id="263" r:id="rId13"/>
    <p:sldId id="264" r:id="rId14"/>
    <p:sldId id="267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4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B241-2F98-4ED8-9D2A-91083C49C3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6150B4F-FA7C-40D9-BE4B-936F41A91BF7}">
      <dgm:prSet/>
      <dgm:spPr/>
      <dgm:t>
        <a:bodyPr/>
        <a:lstStyle/>
        <a:p>
          <a:r>
            <a:rPr lang="en-US" dirty="0"/>
            <a:t>A secure web-based banking system developed using Django.</a:t>
          </a:r>
        </a:p>
      </dgm:t>
    </dgm:pt>
    <dgm:pt modelId="{B05A6442-60F0-464A-BD18-5C60CD22EAA3}" type="parTrans" cxnId="{242A8BB9-4967-4CB3-944D-347AA39474E5}">
      <dgm:prSet/>
      <dgm:spPr/>
      <dgm:t>
        <a:bodyPr/>
        <a:lstStyle/>
        <a:p>
          <a:endParaRPr lang="en-US"/>
        </a:p>
      </dgm:t>
    </dgm:pt>
    <dgm:pt modelId="{868D652D-5834-4B88-B434-6A42A8B092FF}" type="sibTrans" cxnId="{242A8BB9-4967-4CB3-944D-347AA39474E5}">
      <dgm:prSet/>
      <dgm:spPr/>
      <dgm:t>
        <a:bodyPr/>
        <a:lstStyle/>
        <a:p>
          <a:endParaRPr lang="en-US"/>
        </a:p>
      </dgm:t>
    </dgm:pt>
    <dgm:pt modelId="{10C96E68-1911-4366-861C-B4CD0AA2C88F}">
      <dgm:prSet/>
      <dgm:spPr/>
      <dgm:t>
        <a:bodyPr/>
        <a:lstStyle/>
        <a:p>
          <a:r>
            <a:rPr lang="en-US"/>
            <a:t>Provides core banking functions with integrated personal finance tools.</a:t>
          </a:r>
        </a:p>
      </dgm:t>
    </dgm:pt>
    <dgm:pt modelId="{B3AB2359-2B60-42D5-AA68-2C7C740B4275}" type="parTrans" cxnId="{DF92312D-A41B-4130-B163-5530E90D505E}">
      <dgm:prSet/>
      <dgm:spPr/>
      <dgm:t>
        <a:bodyPr/>
        <a:lstStyle/>
        <a:p>
          <a:endParaRPr lang="en-US"/>
        </a:p>
      </dgm:t>
    </dgm:pt>
    <dgm:pt modelId="{54F5A989-AC95-446D-9891-CBC148C59958}" type="sibTrans" cxnId="{DF92312D-A41B-4130-B163-5530E90D505E}">
      <dgm:prSet/>
      <dgm:spPr/>
      <dgm:t>
        <a:bodyPr/>
        <a:lstStyle/>
        <a:p>
          <a:endParaRPr lang="en-US"/>
        </a:p>
      </dgm:t>
    </dgm:pt>
    <dgm:pt modelId="{267A8795-70B6-4A28-A25A-4A50E9EEE135}">
      <dgm:prSet/>
      <dgm:spPr/>
      <dgm:t>
        <a:bodyPr/>
        <a:lstStyle/>
        <a:p>
          <a:r>
            <a:rPr lang="en-US"/>
            <a:t>Includes a machine learning model to predict loan eligibility.</a:t>
          </a:r>
        </a:p>
      </dgm:t>
    </dgm:pt>
    <dgm:pt modelId="{0F65575D-3806-486C-8470-EAC913A2249A}" type="parTrans" cxnId="{5ED18F35-B0CB-4E7C-8718-AC813C14A2CF}">
      <dgm:prSet/>
      <dgm:spPr/>
      <dgm:t>
        <a:bodyPr/>
        <a:lstStyle/>
        <a:p>
          <a:endParaRPr lang="en-US"/>
        </a:p>
      </dgm:t>
    </dgm:pt>
    <dgm:pt modelId="{38164490-0C22-4302-ACBD-6EA04BF10B18}" type="sibTrans" cxnId="{5ED18F35-B0CB-4E7C-8718-AC813C14A2CF}">
      <dgm:prSet/>
      <dgm:spPr/>
      <dgm:t>
        <a:bodyPr/>
        <a:lstStyle/>
        <a:p>
          <a:endParaRPr lang="en-US"/>
        </a:p>
      </dgm:t>
    </dgm:pt>
    <dgm:pt modelId="{5482149C-1C47-4DBB-A3CE-1CD296EC16C7}" type="pres">
      <dgm:prSet presAssocID="{5751B241-2F98-4ED8-9D2A-91083C49C3E0}" presName="root" presStyleCnt="0">
        <dgm:presLayoutVars>
          <dgm:dir/>
          <dgm:resizeHandles val="exact"/>
        </dgm:presLayoutVars>
      </dgm:prSet>
      <dgm:spPr/>
    </dgm:pt>
    <dgm:pt modelId="{CB07C147-1A9B-4C9A-A2F8-A3ACC000D796}" type="pres">
      <dgm:prSet presAssocID="{D6150B4F-FA7C-40D9-BE4B-936F41A91BF7}" presName="compNode" presStyleCnt="0"/>
      <dgm:spPr/>
    </dgm:pt>
    <dgm:pt modelId="{BAB6E4B2-BC19-4887-9878-7BF5E4C6EFE8}" type="pres">
      <dgm:prSet presAssocID="{D6150B4F-FA7C-40D9-BE4B-936F41A91B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s"/>
        </a:ext>
      </dgm:extLst>
    </dgm:pt>
    <dgm:pt modelId="{9FFD8ECF-1F64-42C8-9A69-9F0BD4297C82}" type="pres">
      <dgm:prSet presAssocID="{D6150B4F-FA7C-40D9-BE4B-936F41A91BF7}" presName="spaceRect" presStyleCnt="0"/>
      <dgm:spPr/>
    </dgm:pt>
    <dgm:pt modelId="{DE2DCF7C-3936-4805-9526-6B19B351244D}" type="pres">
      <dgm:prSet presAssocID="{D6150B4F-FA7C-40D9-BE4B-936F41A91BF7}" presName="textRect" presStyleLbl="revTx" presStyleIdx="0" presStyleCnt="3">
        <dgm:presLayoutVars>
          <dgm:chMax val="1"/>
          <dgm:chPref val="1"/>
        </dgm:presLayoutVars>
      </dgm:prSet>
      <dgm:spPr/>
    </dgm:pt>
    <dgm:pt modelId="{4D3B52EC-A64D-4A32-BE12-6A0786F31CFF}" type="pres">
      <dgm:prSet presAssocID="{868D652D-5834-4B88-B434-6A42A8B092FF}" presName="sibTrans" presStyleCnt="0"/>
      <dgm:spPr/>
    </dgm:pt>
    <dgm:pt modelId="{7BDBD856-E8A4-4551-AE5D-9DA47CC75314}" type="pres">
      <dgm:prSet presAssocID="{10C96E68-1911-4366-861C-B4CD0AA2C88F}" presName="compNode" presStyleCnt="0"/>
      <dgm:spPr/>
    </dgm:pt>
    <dgm:pt modelId="{F609D0F8-521E-4A72-9439-4779DD130718}" type="pres">
      <dgm:prSet presAssocID="{10C96E68-1911-4366-861C-B4CD0AA2C8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A0A352A-4342-4479-BD79-CEDD29B4FDCE}" type="pres">
      <dgm:prSet presAssocID="{10C96E68-1911-4366-861C-B4CD0AA2C88F}" presName="spaceRect" presStyleCnt="0"/>
      <dgm:spPr/>
    </dgm:pt>
    <dgm:pt modelId="{4791EC4D-9208-4147-BA57-0443216DB543}" type="pres">
      <dgm:prSet presAssocID="{10C96E68-1911-4366-861C-B4CD0AA2C88F}" presName="textRect" presStyleLbl="revTx" presStyleIdx="1" presStyleCnt="3">
        <dgm:presLayoutVars>
          <dgm:chMax val="1"/>
          <dgm:chPref val="1"/>
        </dgm:presLayoutVars>
      </dgm:prSet>
      <dgm:spPr/>
    </dgm:pt>
    <dgm:pt modelId="{34F95389-B2D9-49C2-81BC-3F1781416B51}" type="pres">
      <dgm:prSet presAssocID="{54F5A989-AC95-446D-9891-CBC148C59958}" presName="sibTrans" presStyleCnt="0"/>
      <dgm:spPr/>
    </dgm:pt>
    <dgm:pt modelId="{9F97F8DF-3E43-45FB-BF64-2433CAAFBC0E}" type="pres">
      <dgm:prSet presAssocID="{267A8795-70B6-4A28-A25A-4A50E9EEE135}" presName="compNode" presStyleCnt="0"/>
      <dgm:spPr/>
    </dgm:pt>
    <dgm:pt modelId="{F09F6A97-129A-4E10-B459-3F9E0FEAE7D1}" type="pres">
      <dgm:prSet presAssocID="{267A8795-70B6-4A28-A25A-4A50E9EEE1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14CC16-8B99-49E1-878C-5E50A7AF9F22}" type="pres">
      <dgm:prSet presAssocID="{267A8795-70B6-4A28-A25A-4A50E9EEE135}" presName="spaceRect" presStyleCnt="0"/>
      <dgm:spPr/>
    </dgm:pt>
    <dgm:pt modelId="{0EE2E41B-4960-4074-BDE7-B89DF2FA186A}" type="pres">
      <dgm:prSet presAssocID="{267A8795-70B6-4A28-A25A-4A50E9EEE1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F92312D-A41B-4130-B163-5530E90D505E}" srcId="{5751B241-2F98-4ED8-9D2A-91083C49C3E0}" destId="{10C96E68-1911-4366-861C-B4CD0AA2C88F}" srcOrd="1" destOrd="0" parTransId="{B3AB2359-2B60-42D5-AA68-2C7C740B4275}" sibTransId="{54F5A989-AC95-446D-9891-CBC148C59958}"/>
    <dgm:cxn modelId="{5ED18F35-B0CB-4E7C-8718-AC813C14A2CF}" srcId="{5751B241-2F98-4ED8-9D2A-91083C49C3E0}" destId="{267A8795-70B6-4A28-A25A-4A50E9EEE135}" srcOrd="2" destOrd="0" parTransId="{0F65575D-3806-486C-8470-EAC913A2249A}" sibTransId="{38164490-0C22-4302-ACBD-6EA04BF10B18}"/>
    <dgm:cxn modelId="{2DE7793E-D617-4B1D-9B70-6B2AC758424F}" type="presOf" srcId="{10C96E68-1911-4366-861C-B4CD0AA2C88F}" destId="{4791EC4D-9208-4147-BA57-0443216DB543}" srcOrd="0" destOrd="0" presId="urn:microsoft.com/office/officeart/2018/2/layout/IconLabelList"/>
    <dgm:cxn modelId="{4DE5C950-801F-4D1F-88C9-C4C77A9179EF}" type="presOf" srcId="{5751B241-2F98-4ED8-9D2A-91083C49C3E0}" destId="{5482149C-1C47-4DBB-A3CE-1CD296EC16C7}" srcOrd="0" destOrd="0" presId="urn:microsoft.com/office/officeart/2018/2/layout/IconLabelList"/>
    <dgm:cxn modelId="{242A8BB9-4967-4CB3-944D-347AA39474E5}" srcId="{5751B241-2F98-4ED8-9D2A-91083C49C3E0}" destId="{D6150B4F-FA7C-40D9-BE4B-936F41A91BF7}" srcOrd="0" destOrd="0" parTransId="{B05A6442-60F0-464A-BD18-5C60CD22EAA3}" sibTransId="{868D652D-5834-4B88-B434-6A42A8B092FF}"/>
    <dgm:cxn modelId="{2A1FE9BE-A62D-4244-9145-6FE72A3C5C51}" type="presOf" srcId="{D6150B4F-FA7C-40D9-BE4B-936F41A91BF7}" destId="{DE2DCF7C-3936-4805-9526-6B19B351244D}" srcOrd="0" destOrd="0" presId="urn:microsoft.com/office/officeart/2018/2/layout/IconLabelList"/>
    <dgm:cxn modelId="{CC9DCFCB-9D61-4F8F-A721-339D6D4D750C}" type="presOf" srcId="{267A8795-70B6-4A28-A25A-4A50E9EEE135}" destId="{0EE2E41B-4960-4074-BDE7-B89DF2FA186A}" srcOrd="0" destOrd="0" presId="urn:microsoft.com/office/officeart/2018/2/layout/IconLabelList"/>
    <dgm:cxn modelId="{12253290-733E-4321-8585-66B10170CA79}" type="presParOf" srcId="{5482149C-1C47-4DBB-A3CE-1CD296EC16C7}" destId="{CB07C147-1A9B-4C9A-A2F8-A3ACC000D796}" srcOrd="0" destOrd="0" presId="urn:microsoft.com/office/officeart/2018/2/layout/IconLabelList"/>
    <dgm:cxn modelId="{7967FD74-5D56-4B12-AE69-F018937C5028}" type="presParOf" srcId="{CB07C147-1A9B-4C9A-A2F8-A3ACC000D796}" destId="{BAB6E4B2-BC19-4887-9878-7BF5E4C6EFE8}" srcOrd="0" destOrd="0" presId="urn:microsoft.com/office/officeart/2018/2/layout/IconLabelList"/>
    <dgm:cxn modelId="{7AC58AB8-AF07-427A-8AA0-9CB69BFEFBFD}" type="presParOf" srcId="{CB07C147-1A9B-4C9A-A2F8-A3ACC000D796}" destId="{9FFD8ECF-1F64-42C8-9A69-9F0BD4297C82}" srcOrd="1" destOrd="0" presId="urn:microsoft.com/office/officeart/2018/2/layout/IconLabelList"/>
    <dgm:cxn modelId="{BCB8AD27-66FD-4F67-88B0-E3311764CE96}" type="presParOf" srcId="{CB07C147-1A9B-4C9A-A2F8-A3ACC000D796}" destId="{DE2DCF7C-3936-4805-9526-6B19B351244D}" srcOrd="2" destOrd="0" presId="urn:microsoft.com/office/officeart/2018/2/layout/IconLabelList"/>
    <dgm:cxn modelId="{90B34169-5B86-43DE-963C-ED4D636DA724}" type="presParOf" srcId="{5482149C-1C47-4DBB-A3CE-1CD296EC16C7}" destId="{4D3B52EC-A64D-4A32-BE12-6A0786F31CFF}" srcOrd="1" destOrd="0" presId="urn:microsoft.com/office/officeart/2018/2/layout/IconLabelList"/>
    <dgm:cxn modelId="{730FEFFF-E62E-4CBA-AC33-C2995AF0D358}" type="presParOf" srcId="{5482149C-1C47-4DBB-A3CE-1CD296EC16C7}" destId="{7BDBD856-E8A4-4551-AE5D-9DA47CC75314}" srcOrd="2" destOrd="0" presId="urn:microsoft.com/office/officeart/2018/2/layout/IconLabelList"/>
    <dgm:cxn modelId="{181D54FA-C07A-4006-8E70-2932CCB1BF35}" type="presParOf" srcId="{7BDBD856-E8A4-4551-AE5D-9DA47CC75314}" destId="{F609D0F8-521E-4A72-9439-4779DD130718}" srcOrd="0" destOrd="0" presId="urn:microsoft.com/office/officeart/2018/2/layout/IconLabelList"/>
    <dgm:cxn modelId="{FB7229A5-E0E6-46D8-A720-57D4FE0336E7}" type="presParOf" srcId="{7BDBD856-E8A4-4551-AE5D-9DA47CC75314}" destId="{EA0A352A-4342-4479-BD79-CEDD29B4FDCE}" srcOrd="1" destOrd="0" presId="urn:microsoft.com/office/officeart/2018/2/layout/IconLabelList"/>
    <dgm:cxn modelId="{B7A078E9-7A86-434D-893B-5235FD99DA99}" type="presParOf" srcId="{7BDBD856-E8A4-4551-AE5D-9DA47CC75314}" destId="{4791EC4D-9208-4147-BA57-0443216DB543}" srcOrd="2" destOrd="0" presId="urn:microsoft.com/office/officeart/2018/2/layout/IconLabelList"/>
    <dgm:cxn modelId="{B0AE1004-F4B3-4054-BEFF-ECB23D9F770B}" type="presParOf" srcId="{5482149C-1C47-4DBB-A3CE-1CD296EC16C7}" destId="{34F95389-B2D9-49C2-81BC-3F1781416B51}" srcOrd="3" destOrd="0" presId="urn:microsoft.com/office/officeart/2018/2/layout/IconLabelList"/>
    <dgm:cxn modelId="{4E2E46A3-EC1B-47DE-9C93-B87CA9ACB99D}" type="presParOf" srcId="{5482149C-1C47-4DBB-A3CE-1CD296EC16C7}" destId="{9F97F8DF-3E43-45FB-BF64-2433CAAFBC0E}" srcOrd="4" destOrd="0" presId="urn:microsoft.com/office/officeart/2018/2/layout/IconLabelList"/>
    <dgm:cxn modelId="{B1822FD8-2446-4C8B-B979-7978E81BBDBC}" type="presParOf" srcId="{9F97F8DF-3E43-45FB-BF64-2433CAAFBC0E}" destId="{F09F6A97-129A-4E10-B459-3F9E0FEAE7D1}" srcOrd="0" destOrd="0" presId="urn:microsoft.com/office/officeart/2018/2/layout/IconLabelList"/>
    <dgm:cxn modelId="{224BC37E-F240-465E-912B-C0616D530423}" type="presParOf" srcId="{9F97F8DF-3E43-45FB-BF64-2433CAAFBC0E}" destId="{3014CC16-8B99-49E1-878C-5E50A7AF9F22}" srcOrd="1" destOrd="0" presId="urn:microsoft.com/office/officeart/2018/2/layout/IconLabelList"/>
    <dgm:cxn modelId="{8B38D30D-9A7D-418E-B0CA-B063279D0F95}" type="presParOf" srcId="{9F97F8DF-3E43-45FB-BF64-2433CAAFBC0E}" destId="{0EE2E41B-4960-4074-BDE7-B89DF2FA18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F45340-4406-4601-9F0B-7CAEACBE8960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101F43-A5FE-4533-A708-4C4C4B2D37FC}">
      <dgm:prSet/>
      <dgm:spPr/>
      <dgm:t>
        <a:bodyPr/>
        <a:lstStyle/>
        <a:p>
          <a:r>
            <a:rPr lang="en-US" dirty="0"/>
            <a:t>✔ User Registration &amp; Login</a:t>
          </a:r>
        </a:p>
      </dgm:t>
    </dgm:pt>
    <dgm:pt modelId="{775C1808-558C-4936-8785-BF092ED6B1A1}" type="parTrans" cxnId="{70EB1817-CDA5-4E3A-B551-BC4E73FBAE12}">
      <dgm:prSet/>
      <dgm:spPr/>
      <dgm:t>
        <a:bodyPr/>
        <a:lstStyle/>
        <a:p>
          <a:endParaRPr lang="en-US"/>
        </a:p>
      </dgm:t>
    </dgm:pt>
    <dgm:pt modelId="{458BF662-9237-4F64-9011-4A1982724C3D}" type="sibTrans" cxnId="{70EB1817-CDA5-4E3A-B551-BC4E73FBAE12}">
      <dgm:prSet/>
      <dgm:spPr/>
      <dgm:t>
        <a:bodyPr/>
        <a:lstStyle/>
        <a:p>
          <a:endParaRPr lang="en-US"/>
        </a:p>
      </dgm:t>
    </dgm:pt>
    <dgm:pt modelId="{C95BD2F7-DC0C-484B-89C0-A1D77F6AF6F8}">
      <dgm:prSet/>
      <dgm:spPr/>
      <dgm:t>
        <a:bodyPr/>
        <a:lstStyle/>
        <a:p>
          <a:r>
            <a:rPr lang="en-US"/>
            <a:t>✔ Deposits and Withdrawals</a:t>
          </a:r>
        </a:p>
      </dgm:t>
    </dgm:pt>
    <dgm:pt modelId="{9E68E723-F6C8-4F48-B355-7048E7F318FA}" type="parTrans" cxnId="{802A385E-7827-4D41-BC53-E0B957879B01}">
      <dgm:prSet/>
      <dgm:spPr/>
      <dgm:t>
        <a:bodyPr/>
        <a:lstStyle/>
        <a:p>
          <a:endParaRPr lang="en-US"/>
        </a:p>
      </dgm:t>
    </dgm:pt>
    <dgm:pt modelId="{58927BC4-C64A-41A1-9111-485FA29A0B38}" type="sibTrans" cxnId="{802A385E-7827-4D41-BC53-E0B957879B01}">
      <dgm:prSet/>
      <dgm:spPr/>
      <dgm:t>
        <a:bodyPr/>
        <a:lstStyle/>
        <a:p>
          <a:endParaRPr lang="en-US"/>
        </a:p>
      </dgm:t>
    </dgm:pt>
    <dgm:pt modelId="{E5A7A00D-737F-4F57-AC9E-C3B83BB4AE1B}">
      <dgm:prSet/>
      <dgm:spPr/>
      <dgm:t>
        <a:bodyPr/>
        <a:lstStyle/>
        <a:p>
          <a:r>
            <a:rPr lang="en-US" dirty="0"/>
            <a:t>✔ Balance Inquiry &amp; Transaction History</a:t>
          </a:r>
        </a:p>
      </dgm:t>
    </dgm:pt>
    <dgm:pt modelId="{ED50533B-C5DC-408F-97D3-AD32A6895740}" type="parTrans" cxnId="{1F2AA046-7577-4C4B-BC23-5C874E5335BC}">
      <dgm:prSet/>
      <dgm:spPr/>
      <dgm:t>
        <a:bodyPr/>
        <a:lstStyle/>
        <a:p>
          <a:endParaRPr lang="en-US"/>
        </a:p>
      </dgm:t>
    </dgm:pt>
    <dgm:pt modelId="{8488070E-2CAC-442A-8C42-233A3F1676AF}" type="sibTrans" cxnId="{1F2AA046-7577-4C4B-BC23-5C874E5335BC}">
      <dgm:prSet/>
      <dgm:spPr/>
      <dgm:t>
        <a:bodyPr/>
        <a:lstStyle/>
        <a:p>
          <a:endParaRPr lang="en-US"/>
        </a:p>
      </dgm:t>
    </dgm:pt>
    <dgm:pt modelId="{9670B7CF-4459-4BEB-A786-42F87F767922}">
      <dgm:prSet/>
      <dgm:spPr/>
      <dgm:t>
        <a:bodyPr/>
        <a:lstStyle/>
        <a:p>
          <a:r>
            <a:rPr lang="en-US"/>
            <a:t>✔ Loan Amount Prediction (ML-based)</a:t>
          </a:r>
        </a:p>
      </dgm:t>
    </dgm:pt>
    <dgm:pt modelId="{E9FACA04-7078-4C7D-95FD-C4AE7D20E8C5}" type="parTrans" cxnId="{3ABA7317-BBD6-48D8-84FC-4BFCDBDCBC1E}">
      <dgm:prSet/>
      <dgm:spPr/>
      <dgm:t>
        <a:bodyPr/>
        <a:lstStyle/>
        <a:p>
          <a:endParaRPr lang="en-US"/>
        </a:p>
      </dgm:t>
    </dgm:pt>
    <dgm:pt modelId="{CFFA680D-8C71-47E3-A158-B0EA62D877B0}" type="sibTrans" cxnId="{3ABA7317-BBD6-48D8-84FC-4BFCDBDCBC1E}">
      <dgm:prSet/>
      <dgm:spPr/>
      <dgm:t>
        <a:bodyPr/>
        <a:lstStyle/>
        <a:p>
          <a:endParaRPr lang="en-US"/>
        </a:p>
      </dgm:t>
    </dgm:pt>
    <dgm:pt modelId="{E4EBC39A-256A-4F91-BEA7-80961CF14D01}">
      <dgm:prSet/>
      <dgm:spPr/>
      <dgm:t>
        <a:bodyPr/>
        <a:lstStyle/>
        <a:p>
          <a:r>
            <a:rPr lang="en-US"/>
            <a:t>✔ 10 Financial Calculators (e.g., EMI, FD, SIP)</a:t>
          </a:r>
        </a:p>
      </dgm:t>
    </dgm:pt>
    <dgm:pt modelId="{733F4190-1B22-457E-B836-D1828A8F4FAB}" type="parTrans" cxnId="{23FC199D-80C2-4EF5-B4E1-FA5B69639C59}">
      <dgm:prSet/>
      <dgm:spPr/>
      <dgm:t>
        <a:bodyPr/>
        <a:lstStyle/>
        <a:p>
          <a:endParaRPr lang="en-US"/>
        </a:p>
      </dgm:t>
    </dgm:pt>
    <dgm:pt modelId="{6B4CDFEB-7DCB-49DE-A54D-D22F8C82F608}" type="sibTrans" cxnId="{23FC199D-80C2-4EF5-B4E1-FA5B69639C59}">
      <dgm:prSet/>
      <dgm:spPr/>
      <dgm:t>
        <a:bodyPr/>
        <a:lstStyle/>
        <a:p>
          <a:endParaRPr lang="en-US"/>
        </a:p>
      </dgm:t>
    </dgm:pt>
    <dgm:pt modelId="{DBF56C52-F311-491A-8546-A473FBDD1806}" type="pres">
      <dgm:prSet presAssocID="{49F45340-4406-4601-9F0B-7CAEACBE8960}" presName="outerComposite" presStyleCnt="0">
        <dgm:presLayoutVars>
          <dgm:chMax val="5"/>
          <dgm:dir/>
          <dgm:resizeHandles val="exact"/>
        </dgm:presLayoutVars>
      </dgm:prSet>
      <dgm:spPr/>
    </dgm:pt>
    <dgm:pt modelId="{103840B5-E1C2-4AF1-8E5C-11EE959CF8F4}" type="pres">
      <dgm:prSet presAssocID="{49F45340-4406-4601-9F0B-7CAEACBE8960}" presName="dummyMaxCanvas" presStyleCnt="0">
        <dgm:presLayoutVars/>
      </dgm:prSet>
      <dgm:spPr/>
    </dgm:pt>
    <dgm:pt modelId="{2116F950-C47B-413D-AAFF-79C201E324A4}" type="pres">
      <dgm:prSet presAssocID="{49F45340-4406-4601-9F0B-7CAEACBE8960}" presName="FiveNodes_1" presStyleLbl="node1" presStyleIdx="0" presStyleCnt="5">
        <dgm:presLayoutVars>
          <dgm:bulletEnabled val="1"/>
        </dgm:presLayoutVars>
      </dgm:prSet>
      <dgm:spPr/>
    </dgm:pt>
    <dgm:pt modelId="{277BAE7A-C344-47C6-B553-9089BFBD19FC}" type="pres">
      <dgm:prSet presAssocID="{49F45340-4406-4601-9F0B-7CAEACBE8960}" presName="FiveNodes_2" presStyleLbl="node1" presStyleIdx="1" presStyleCnt="5">
        <dgm:presLayoutVars>
          <dgm:bulletEnabled val="1"/>
        </dgm:presLayoutVars>
      </dgm:prSet>
      <dgm:spPr/>
    </dgm:pt>
    <dgm:pt modelId="{CFF18859-37EB-48B3-8654-CE3601C7FC66}" type="pres">
      <dgm:prSet presAssocID="{49F45340-4406-4601-9F0B-7CAEACBE8960}" presName="FiveNodes_3" presStyleLbl="node1" presStyleIdx="2" presStyleCnt="5" custLinFactNeighborX="190">
        <dgm:presLayoutVars>
          <dgm:bulletEnabled val="1"/>
        </dgm:presLayoutVars>
      </dgm:prSet>
      <dgm:spPr/>
    </dgm:pt>
    <dgm:pt modelId="{CF36AA4E-199F-4176-B595-7D7B26EE288D}" type="pres">
      <dgm:prSet presAssocID="{49F45340-4406-4601-9F0B-7CAEACBE8960}" presName="FiveNodes_4" presStyleLbl="node1" presStyleIdx="3" presStyleCnt="5">
        <dgm:presLayoutVars>
          <dgm:bulletEnabled val="1"/>
        </dgm:presLayoutVars>
      </dgm:prSet>
      <dgm:spPr/>
    </dgm:pt>
    <dgm:pt modelId="{62F25F2D-56BE-4EA7-90F1-7D8ECAFDB8E1}" type="pres">
      <dgm:prSet presAssocID="{49F45340-4406-4601-9F0B-7CAEACBE8960}" presName="FiveNodes_5" presStyleLbl="node1" presStyleIdx="4" presStyleCnt="5" custLinFactNeighborX="-11722" custLinFactNeighborY="-39363">
        <dgm:presLayoutVars>
          <dgm:bulletEnabled val="1"/>
        </dgm:presLayoutVars>
      </dgm:prSet>
      <dgm:spPr/>
    </dgm:pt>
    <dgm:pt modelId="{167753F3-1A5F-4C10-82A0-E0A37682333F}" type="pres">
      <dgm:prSet presAssocID="{49F45340-4406-4601-9F0B-7CAEACBE8960}" presName="FiveConn_1-2" presStyleLbl="fgAccFollowNode1" presStyleIdx="0" presStyleCnt="4">
        <dgm:presLayoutVars>
          <dgm:bulletEnabled val="1"/>
        </dgm:presLayoutVars>
      </dgm:prSet>
      <dgm:spPr/>
    </dgm:pt>
    <dgm:pt modelId="{F498D449-5803-4A33-875C-DA89128B0FFD}" type="pres">
      <dgm:prSet presAssocID="{49F45340-4406-4601-9F0B-7CAEACBE8960}" presName="FiveConn_2-3" presStyleLbl="fgAccFollowNode1" presStyleIdx="1" presStyleCnt="4">
        <dgm:presLayoutVars>
          <dgm:bulletEnabled val="1"/>
        </dgm:presLayoutVars>
      </dgm:prSet>
      <dgm:spPr/>
    </dgm:pt>
    <dgm:pt modelId="{095024C7-FF96-413B-9932-6B4F6F14E00E}" type="pres">
      <dgm:prSet presAssocID="{49F45340-4406-4601-9F0B-7CAEACBE8960}" presName="FiveConn_3-4" presStyleLbl="fgAccFollowNode1" presStyleIdx="2" presStyleCnt="4">
        <dgm:presLayoutVars>
          <dgm:bulletEnabled val="1"/>
        </dgm:presLayoutVars>
      </dgm:prSet>
      <dgm:spPr/>
    </dgm:pt>
    <dgm:pt modelId="{2F4B994E-4A10-43AE-BE8A-BBEDF114E700}" type="pres">
      <dgm:prSet presAssocID="{49F45340-4406-4601-9F0B-7CAEACBE8960}" presName="FiveConn_4-5" presStyleLbl="fgAccFollowNode1" presStyleIdx="3" presStyleCnt="4">
        <dgm:presLayoutVars>
          <dgm:bulletEnabled val="1"/>
        </dgm:presLayoutVars>
      </dgm:prSet>
      <dgm:spPr/>
    </dgm:pt>
    <dgm:pt modelId="{7A766D33-3675-4DE3-8C9D-A7C3244086D3}" type="pres">
      <dgm:prSet presAssocID="{49F45340-4406-4601-9F0B-7CAEACBE8960}" presName="FiveNodes_1_text" presStyleLbl="node1" presStyleIdx="4" presStyleCnt="5">
        <dgm:presLayoutVars>
          <dgm:bulletEnabled val="1"/>
        </dgm:presLayoutVars>
      </dgm:prSet>
      <dgm:spPr/>
    </dgm:pt>
    <dgm:pt modelId="{2FBE3747-539A-4366-84E0-85A0EA1C8D30}" type="pres">
      <dgm:prSet presAssocID="{49F45340-4406-4601-9F0B-7CAEACBE8960}" presName="FiveNodes_2_text" presStyleLbl="node1" presStyleIdx="4" presStyleCnt="5">
        <dgm:presLayoutVars>
          <dgm:bulletEnabled val="1"/>
        </dgm:presLayoutVars>
      </dgm:prSet>
      <dgm:spPr/>
    </dgm:pt>
    <dgm:pt modelId="{A0852D87-4478-414E-B61A-D61E1DB64523}" type="pres">
      <dgm:prSet presAssocID="{49F45340-4406-4601-9F0B-7CAEACBE8960}" presName="FiveNodes_3_text" presStyleLbl="node1" presStyleIdx="4" presStyleCnt="5">
        <dgm:presLayoutVars>
          <dgm:bulletEnabled val="1"/>
        </dgm:presLayoutVars>
      </dgm:prSet>
      <dgm:spPr/>
    </dgm:pt>
    <dgm:pt modelId="{9D64096B-6C1D-4781-93E0-44553C6B0676}" type="pres">
      <dgm:prSet presAssocID="{49F45340-4406-4601-9F0B-7CAEACBE8960}" presName="FiveNodes_4_text" presStyleLbl="node1" presStyleIdx="4" presStyleCnt="5">
        <dgm:presLayoutVars>
          <dgm:bulletEnabled val="1"/>
        </dgm:presLayoutVars>
      </dgm:prSet>
      <dgm:spPr/>
    </dgm:pt>
    <dgm:pt modelId="{36856A25-D29A-4AA6-A959-C31B8E41C1E7}" type="pres">
      <dgm:prSet presAssocID="{49F45340-4406-4601-9F0B-7CAEACBE896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0EB1817-CDA5-4E3A-B551-BC4E73FBAE12}" srcId="{49F45340-4406-4601-9F0B-7CAEACBE8960}" destId="{AC101F43-A5FE-4533-A708-4C4C4B2D37FC}" srcOrd="0" destOrd="0" parTransId="{775C1808-558C-4936-8785-BF092ED6B1A1}" sibTransId="{458BF662-9237-4F64-9011-4A1982724C3D}"/>
    <dgm:cxn modelId="{3ABA7317-BBD6-48D8-84FC-4BFCDBDCBC1E}" srcId="{49F45340-4406-4601-9F0B-7CAEACBE8960}" destId="{9670B7CF-4459-4BEB-A786-42F87F767922}" srcOrd="3" destOrd="0" parTransId="{E9FACA04-7078-4C7D-95FD-C4AE7D20E8C5}" sibTransId="{CFFA680D-8C71-47E3-A158-B0EA62D877B0}"/>
    <dgm:cxn modelId="{D0B8212C-4A35-490C-AB94-AE961FA8DB61}" type="presOf" srcId="{E5A7A00D-737F-4F57-AC9E-C3B83BB4AE1B}" destId="{CFF18859-37EB-48B3-8654-CE3601C7FC66}" srcOrd="0" destOrd="0" presId="urn:microsoft.com/office/officeart/2005/8/layout/vProcess5"/>
    <dgm:cxn modelId="{802A385E-7827-4D41-BC53-E0B957879B01}" srcId="{49F45340-4406-4601-9F0B-7CAEACBE8960}" destId="{C95BD2F7-DC0C-484B-89C0-A1D77F6AF6F8}" srcOrd="1" destOrd="0" parTransId="{9E68E723-F6C8-4F48-B355-7048E7F318FA}" sibTransId="{58927BC4-C64A-41A1-9111-485FA29A0B38}"/>
    <dgm:cxn modelId="{351AD341-1364-40F1-A264-94F7510C244F}" type="presOf" srcId="{9670B7CF-4459-4BEB-A786-42F87F767922}" destId="{CF36AA4E-199F-4176-B595-7D7B26EE288D}" srcOrd="0" destOrd="0" presId="urn:microsoft.com/office/officeart/2005/8/layout/vProcess5"/>
    <dgm:cxn modelId="{DC62D745-AF68-4960-8889-BCEA4199C7D2}" type="presOf" srcId="{458BF662-9237-4F64-9011-4A1982724C3D}" destId="{167753F3-1A5F-4C10-82A0-E0A37682333F}" srcOrd="0" destOrd="0" presId="urn:microsoft.com/office/officeart/2005/8/layout/vProcess5"/>
    <dgm:cxn modelId="{1F2AA046-7577-4C4B-BC23-5C874E5335BC}" srcId="{49F45340-4406-4601-9F0B-7CAEACBE8960}" destId="{E5A7A00D-737F-4F57-AC9E-C3B83BB4AE1B}" srcOrd="2" destOrd="0" parTransId="{ED50533B-C5DC-408F-97D3-AD32A6895740}" sibTransId="{8488070E-2CAC-442A-8C42-233A3F1676AF}"/>
    <dgm:cxn modelId="{7F6E7C4B-42EB-4450-8BCB-EE129B949814}" type="presOf" srcId="{C95BD2F7-DC0C-484B-89C0-A1D77F6AF6F8}" destId="{2FBE3747-539A-4366-84E0-85A0EA1C8D30}" srcOrd="1" destOrd="0" presId="urn:microsoft.com/office/officeart/2005/8/layout/vProcess5"/>
    <dgm:cxn modelId="{4A7F1F77-EADE-4107-B9B0-37D7DDDC3AED}" type="presOf" srcId="{AC101F43-A5FE-4533-A708-4C4C4B2D37FC}" destId="{2116F950-C47B-413D-AAFF-79C201E324A4}" srcOrd="0" destOrd="0" presId="urn:microsoft.com/office/officeart/2005/8/layout/vProcess5"/>
    <dgm:cxn modelId="{C61FD67D-6FD3-461C-BC57-A69CB6C91978}" type="presOf" srcId="{49F45340-4406-4601-9F0B-7CAEACBE8960}" destId="{DBF56C52-F311-491A-8546-A473FBDD1806}" srcOrd="0" destOrd="0" presId="urn:microsoft.com/office/officeart/2005/8/layout/vProcess5"/>
    <dgm:cxn modelId="{9F71B993-C715-40C7-8D14-EFAFC119E1B3}" type="presOf" srcId="{AC101F43-A5FE-4533-A708-4C4C4B2D37FC}" destId="{7A766D33-3675-4DE3-8C9D-A7C3244086D3}" srcOrd="1" destOrd="0" presId="urn:microsoft.com/office/officeart/2005/8/layout/vProcess5"/>
    <dgm:cxn modelId="{23FC199D-80C2-4EF5-B4E1-FA5B69639C59}" srcId="{49F45340-4406-4601-9F0B-7CAEACBE8960}" destId="{E4EBC39A-256A-4F91-BEA7-80961CF14D01}" srcOrd="4" destOrd="0" parTransId="{733F4190-1B22-457E-B836-D1828A8F4FAB}" sibTransId="{6B4CDFEB-7DCB-49DE-A54D-D22F8C82F608}"/>
    <dgm:cxn modelId="{D1E9AAB0-EAA3-4E71-9A81-B7CC6C5360E1}" type="presOf" srcId="{C95BD2F7-DC0C-484B-89C0-A1D77F6AF6F8}" destId="{277BAE7A-C344-47C6-B553-9089BFBD19FC}" srcOrd="0" destOrd="0" presId="urn:microsoft.com/office/officeart/2005/8/layout/vProcess5"/>
    <dgm:cxn modelId="{86BB8EB5-14DA-44C6-9525-FE1F2B836872}" type="presOf" srcId="{E5A7A00D-737F-4F57-AC9E-C3B83BB4AE1B}" destId="{A0852D87-4478-414E-B61A-D61E1DB64523}" srcOrd="1" destOrd="0" presId="urn:microsoft.com/office/officeart/2005/8/layout/vProcess5"/>
    <dgm:cxn modelId="{A018B2C9-BA04-4545-9754-C854174AE6A5}" type="presOf" srcId="{CFFA680D-8C71-47E3-A158-B0EA62D877B0}" destId="{2F4B994E-4A10-43AE-BE8A-BBEDF114E700}" srcOrd="0" destOrd="0" presId="urn:microsoft.com/office/officeart/2005/8/layout/vProcess5"/>
    <dgm:cxn modelId="{4C4617DD-929A-43E3-851D-B75308379F3E}" type="presOf" srcId="{E4EBC39A-256A-4F91-BEA7-80961CF14D01}" destId="{62F25F2D-56BE-4EA7-90F1-7D8ECAFDB8E1}" srcOrd="0" destOrd="0" presId="urn:microsoft.com/office/officeart/2005/8/layout/vProcess5"/>
    <dgm:cxn modelId="{A4397DE6-4060-4AB1-8693-2397B3E6CA2A}" type="presOf" srcId="{9670B7CF-4459-4BEB-A786-42F87F767922}" destId="{9D64096B-6C1D-4781-93E0-44553C6B0676}" srcOrd="1" destOrd="0" presId="urn:microsoft.com/office/officeart/2005/8/layout/vProcess5"/>
    <dgm:cxn modelId="{6EB661EF-B681-4377-8913-41782B339E30}" type="presOf" srcId="{E4EBC39A-256A-4F91-BEA7-80961CF14D01}" destId="{36856A25-D29A-4AA6-A959-C31B8E41C1E7}" srcOrd="1" destOrd="0" presId="urn:microsoft.com/office/officeart/2005/8/layout/vProcess5"/>
    <dgm:cxn modelId="{E634BBF1-5E4A-40E0-B1E6-BC1C41309589}" type="presOf" srcId="{58927BC4-C64A-41A1-9111-485FA29A0B38}" destId="{F498D449-5803-4A33-875C-DA89128B0FFD}" srcOrd="0" destOrd="0" presId="urn:microsoft.com/office/officeart/2005/8/layout/vProcess5"/>
    <dgm:cxn modelId="{07FEC9F3-DCD5-4332-9B6F-626D4C1D7FCE}" type="presOf" srcId="{8488070E-2CAC-442A-8C42-233A3F1676AF}" destId="{095024C7-FF96-413B-9932-6B4F6F14E00E}" srcOrd="0" destOrd="0" presId="urn:microsoft.com/office/officeart/2005/8/layout/vProcess5"/>
    <dgm:cxn modelId="{1D73317A-D53E-49D3-80F0-98528140248D}" type="presParOf" srcId="{DBF56C52-F311-491A-8546-A473FBDD1806}" destId="{103840B5-E1C2-4AF1-8E5C-11EE959CF8F4}" srcOrd="0" destOrd="0" presId="urn:microsoft.com/office/officeart/2005/8/layout/vProcess5"/>
    <dgm:cxn modelId="{681B6712-BFB7-4F30-8DA5-C6AA56643596}" type="presParOf" srcId="{DBF56C52-F311-491A-8546-A473FBDD1806}" destId="{2116F950-C47B-413D-AAFF-79C201E324A4}" srcOrd="1" destOrd="0" presId="urn:microsoft.com/office/officeart/2005/8/layout/vProcess5"/>
    <dgm:cxn modelId="{66BAC3C2-959C-491C-BF20-E31B53F2C6D0}" type="presParOf" srcId="{DBF56C52-F311-491A-8546-A473FBDD1806}" destId="{277BAE7A-C344-47C6-B553-9089BFBD19FC}" srcOrd="2" destOrd="0" presId="urn:microsoft.com/office/officeart/2005/8/layout/vProcess5"/>
    <dgm:cxn modelId="{871FBF6B-408E-46B9-86A5-D4C4EFE80DCE}" type="presParOf" srcId="{DBF56C52-F311-491A-8546-A473FBDD1806}" destId="{CFF18859-37EB-48B3-8654-CE3601C7FC66}" srcOrd="3" destOrd="0" presId="urn:microsoft.com/office/officeart/2005/8/layout/vProcess5"/>
    <dgm:cxn modelId="{89656086-CD5D-47F2-8866-CD699BEBBCCC}" type="presParOf" srcId="{DBF56C52-F311-491A-8546-A473FBDD1806}" destId="{CF36AA4E-199F-4176-B595-7D7B26EE288D}" srcOrd="4" destOrd="0" presId="urn:microsoft.com/office/officeart/2005/8/layout/vProcess5"/>
    <dgm:cxn modelId="{848D327C-05D1-4B53-AB05-7A508CC77CAA}" type="presParOf" srcId="{DBF56C52-F311-491A-8546-A473FBDD1806}" destId="{62F25F2D-56BE-4EA7-90F1-7D8ECAFDB8E1}" srcOrd="5" destOrd="0" presId="urn:microsoft.com/office/officeart/2005/8/layout/vProcess5"/>
    <dgm:cxn modelId="{04A27540-BFB8-4785-A635-BDFEA083FCEB}" type="presParOf" srcId="{DBF56C52-F311-491A-8546-A473FBDD1806}" destId="{167753F3-1A5F-4C10-82A0-E0A37682333F}" srcOrd="6" destOrd="0" presId="urn:microsoft.com/office/officeart/2005/8/layout/vProcess5"/>
    <dgm:cxn modelId="{2B7D5340-6DEB-472A-8C15-027C3466385F}" type="presParOf" srcId="{DBF56C52-F311-491A-8546-A473FBDD1806}" destId="{F498D449-5803-4A33-875C-DA89128B0FFD}" srcOrd="7" destOrd="0" presId="urn:microsoft.com/office/officeart/2005/8/layout/vProcess5"/>
    <dgm:cxn modelId="{C6673ABB-FE69-47B1-9210-B4ADC94DE996}" type="presParOf" srcId="{DBF56C52-F311-491A-8546-A473FBDD1806}" destId="{095024C7-FF96-413B-9932-6B4F6F14E00E}" srcOrd="8" destOrd="0" presId="urn:microsoft.com/office/officeart/2005/8/layout/vProcess5"/>
    <dgm:cxn modelId="{AD4A664A-589D-4984-92E1-B56908CA22BF}" type="presParOf" srcId="{DBF56C52-F311-491A-8546-A473FBDD1806}" destId="{2F4B994E-4A10-43AE-BE8A-BBEDF114E700}" srcOrd="9" destOrd="0" presId="urn:microsoft.com/office/officeart/2005/8/layout/vProcess5"/>
    <dgm:cxn modelId="{657E3297-8453-4801-8E67-6256EA2AC026}" type="presParOf" srcId="{DBF56C52-F311-491A-8546-A473FBDD1806}" destId="{7A766D33-3675-4DE3-8C9D-A7C3244086D3}" srcOrd="10" destOrd="0" presId="urn:microsoft.com/office/officeart/2005/8/layout/vProcess5"/>
    <dgm:cxn modelId="{92876443-18E7-44F7-AF60-52522DE115FE}" type="presParOf" srcId="{DBF56C52-F311-491A-8546-A473FBDD1806}" destId="{2FBE3747-539A-4366-84E0-85A0EA1C8D30}" srcOrd="11" destOrd="0" presId="urn:microsoft.com/office/officeart/2005/8/layout/vProcess5"/>
    <dgm:cxn modelId="{BF2447A5-C153-4717-956E-8A4668409C38}" type="presParOf" srcId="{DBF56C52-F311-491A-8546-A473FBDD1806}" destId="{A0852D87-4478-414E-B61A-D61E1DB64523}" srcOrd="12" destOrd="0" presId="urn:microsoft.com/office/officeart/2005/8/layout/vProcess5"/>
    <dgm:cxn modelId="{CB40C608-9045-4D37-928D-173A438C2BEA}" type="presParOf" srcId="{DBF56C52-F311-491A-8546-A473FBDD1806}" destId="{9D64096B-6C1D-4781-93E0-44553C6B0676}" srcOrd="13" destOrd="0" presId="urn:microsoft.com/office/officeart/2005/8/layout/vProcess5"/>
    <dgm:cxn modelId="{914427BF-4DC4-4A1D-9D21-F4A7DA1E8FE5}" type="presParOf" srcId="{DBF56C52-F311-491A-8546-A473FBDD1806}" destId="{36856A25-D29A-4AA6-A959-C31B8E41C1E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F23349-99F3-4C8F-B1FF-B06D94E417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18EB40D-E9FB-48C2-AF2B-5CDE842CC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Backend: Django (Python)</a:t>
          </a:r>
        </a:p>
      </dgm:t>
    </dgm:pt>
    <dgm:pt modelId="{3077C9F2-39AA-4BC8-91F7-3DC9D7700C68}" type="parTrans" cxnId="{1164B48F-A696-4077-9B16-F23ABBA59459}">
      <dgm:prSet/>
      <dgm:spPr/>
      <dgm:t>
        <a:bodyPr/>
        <a:lstStyle/>
        <a:p>
          <a:endParaRPr lang="en-US"/>
        </a:p>
      </dgm:t>
    </dgm:pt>
    <dgm:pt modelId="{54F456D2-4813-45F4-80E8-CE1D432E210C}" type="sibTrans" cxnId="{1164B48F-A696-4077-9B16-F23ABBA594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01FEE4-8105-4AB9-86D9-9C7BCA45F8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Frontend: HTML, CSS, Bootstrap (template-based)</a:t>
          </a:r>
        </a:p>
      </dgm:t>
    </dgm:pt>
    <dgm:pt modelId="{82061991-F396-4934-8CC8-90B8674D0500}" type="parTrans" cxnId="{8BE99C0C-0D15-4AFF-B340-BA8CB3C6FBC0}">
      <dgm:prSet/>
      <dgm:spPr/>
      <dgm:t>
        <a:bodyPr/>
        <a:lstStyle/>
        <a:p>
          <a:endParaRPr lang="en-US"/>
        </a:p>
      </dgm:t>
    </dgm:pt>
    <dgm:pt modelId="{6A840222-EA15-4E77-9594-0853E6BD8381}" type="sibTrans" cxnId="{8BE99C0C-0D15-4AFF-B340-BA8CB3C6FB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E162A1-F54D-4E75-B64B-4606D6ED98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Database: SQLite (development)</a:t>
          </a:r>
        </a:p>
      </dgm:t>
    </dgm:pt>
    <dgm:pt modelId="{D46EC622-144D-4BF9-9947-59007CDFCB3C}" type="parTrans" cxnId="{DDA114CE-5D1C-4C1B-9428-0E02712A03D5}">
      <dgm:prSet/>
      <dgm:spPr/>
      <dgm:t>
        <a:bodyPr/>
        <a:lstStyle/>
        <a:p>
          <a:endParaRPr lang="en-US"/>
        </a:p>
      </dgm:t>
    </dgm:pt>
    <dgm:pt modelId="{F362B9EF-A55E-4D7C-9608-38931594D7B4}" type="sibTrans" cxnId="{DDA114CE-5D1C-4C1B-9428-0E02712A03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93E3F8-6C05-4FDD-885B-6803BB22DC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Machine Learning: scikit-learn</a:t>
          </a:r>
        </a:p>
      </dgm:t>
    </dgm:pt>
    <dgm:pt modelId="{CFC62BA7-F6AC-4225-9A66-5F54EE59A7FC}" type="parTrans" cxnId="{F31143EC-4365-4913-B3CE-B801A9832162}">
      <dgm:prSet/>
      <dgm:spPr/>
      <dgm:t>
        <a:bodyPr/>
        <a:lstStyle/>
        <a:p>
          <a:endParaRPr lang="en-US"/>
        </a:p>
      </dgm:t>
    </dgm:pt>
    <dgm:pt modelId="{78DA5808-AF02-48CA-BAE6-D833A48B3C53}" type="sibTrans" cxnId="{F31143EC-4365-4913-B3CE-B801A98321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3E244D-2B93-49EC-8B76-7FAA474FBD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🔹 Deployment: PythonAnywhere (Tried)</a:t>
          </a:r>
        </a:p>
      </dgm:t>
    </dgm:pt>
    <dgm:pt modelId="{02F96002-6846-40A8-B706-BCBF851D603F}" type="parTrans" cxnId="{253F8065-6571-4CA6-8BDF-DD57A480484B}">
      <dgm:prSet/>
      <dgm:spPr/>
      <dgm:t>
        <a:bodyPr/>
        <a:lstStyle/>
        <a:p>
          <a:endParaRPr lang="en-US"/>
        </a:p>
      </dgm:t>
    </dgm:pt>
    <dgm:pt modelId="{B6454929-50F7-4D44-93AC-7B00BBDEB7F0}" type="sibTrans" cxnId="{253F8065-6571-4CA6-8BDF-DD57A480484B}">
      <dgm:prSet/>
      <dgm:spPr/>
      <dgm:t>
        <a:bodyPr/>
        <a:lstStyle/>
        <a:p>
          <a:endParaRPr lang="en-US"/>
        </a:p>
      </dgm:t>
    </dgm:pt>
    <dgm:pt modelId="{26E8F913-6D8B-4D0C-BFF6-DE0C7659C2A8}" type="pres">
      <dgm:prSet presAssocID="{C4F23349-99F3-4C8F-B1FF-B06D94E41767}" presName="root" presStyleCnt="0">
        <dgm:presLayoutVars>
          <dgm:dir/>
          <dgm:resizeHandles val="exact"/>
        </dgm:presLayoutVars>
      </dgm:prSet>
      <dgm:spPr/>
    </dgm:pt>
    <dgm:pt modelId="{E8209E33-8E52-4316-80A9-4E648FBA45C9}" type="pres">
      <dgm:prSet presAssocID="{D18EB40D-E9FB-48C2-AF2B-5CDE842CCCA7}" presName="compNode" presStyleCnt="0"/>
      <dgm:spPr/>
    </dgm:pt>
    <dgm:pt modelId="{3C9C54EF-7525-4DB9-B0CE-9D4DC98ADEEB}" type="pres">
      <dgm:prSet presAssocID="{D18EB40D-E9FB-48C2-AF2B-5CDE842CCCA7}" presName="bgRect" presStyleLbl="bgShp" presStyleIdx="0" presStyleCnt="5"/>
      <dgm:spPr/>
    </dgm:pt>
    <dgm:pt modelId="{D3A28278-6FC5-430D-A6D7-06120FDA7C5B}" type="pres">
      <dgm:prSet presAssocID="{D18EB40D-E9FB-48C2-AF2B-5CDE842CCC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rinet"/>
        </a:ext>
      </dgm:extLst>
    </dgm:pt>
    <dgm:pt modelId="{BFEF4736-C4BA-4B7B-8E0D-BC3DB488EAB5}" type="pres">
      <dgm:prSet presAssocID="{D18EB40D-E9FB-48C2-AF2B-5CDE842CCCA7}" presName="spaceRect" presStyleCnt="0"/>
      <dgm:spPr/>
    </dgm:pt>
    <dgm:pt modelId="{A8FE27B2-A80E-46B8-95BC-035DDE7629EA}" type="pres">
      <dgm:prSet presAssocID="{D18EB40D-E9FB-48C2-AF2B-5CDE842CCCA7}" presName="parTx" presStyleLbl="revTx" presStyleIdx="0" presStyleCnt="5">
        <dgm:presLayoutVars>
          <dgm:chMax val="0"/>
          <dgm:chPref val="0"/>
        </dgm:presLayoutVars>
      </dgm:prSet>
      <dgm:spPr/>
    </dgm:pt>
    <dgm:pt modelId="{4D518BFD-EC84-4F7F-8F1F-2F81F7FF0D3C}" type="pres">
      <dgm:prSet presAssocID="{54F456D2-4813-45F4-80E8-CE1D432E210C}" presName="sibTrans" presStyleCnt="0"/>
      <dgm:spPr/>
    </dgm:pt>
    <dgm:pt modelId="{B97F47D4-EC72-4DAA-A5BE-60D2F721C7D1}" type="pres">
      <dgm:prSet presAssocID="{6101FEE4-8105-4AB9-86D9-9C7BCA45F8BD}" presName="compNode" presStyleCnt="0"/>
      <dgm:spPr/>
    </dgm:pt>
    <dgm:pt modelId="{EC09D862-D04B-453A-B20C-8A3B39AFB832}" type="pres">
      <dgm:prSet presAssocID="{6101FEE4-8105-4AB9-86D9-9C7BCA45F8BD}" presName="bgRect" presStyleLbl="bgShp" presStyleIdx="1" presStyleCnt="5"/>
      <dgm:spPr/>
    </dgm:pt>
    <dgm:pt modelId="{0ABAED1F-38D6-4C11-8ACB-F0F8C9EB776A}" type="pres">
      <dgm:prSet presAssocID="{6101FEE4-8105-4AB9-86D9-9C7BCA45F8B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82CB5B9-482D-4102-A9F6-2B5238E71503}" type="pres">
      <dgm:prSet presAssocID="{6101FEE4-8105-4AB9-86D9-9C7BCA45F8BD}" presName="spaceRect" presStyleCnt="0"/>
      <dgm:spPr/>
    </dgm:pt>
    <dgm:pt modelId="{62477FDE-B601-490A-89AB-4702FE244D53}" type="pres">
      <dgm:prSet presAssocID="{6101FEE4-8105-4AB9-86D9-9C7BCA45F8BD}" presName="parTx" presStyleLbl="revTx" presStyleIdx="1" presStyleCnt="5">
        <dgm:presLayoutVars>
          <dgm:chMax val="0"/>
          <dgm:chPref val="0"/>
        </dgm:presLayoutVars>
      </dgm:prSet>
      <dgm:spPr/>
    </dgm:pt>
    <dgm:pt modelId="{A0CFFCE2-259C-4303-AD09-A5FF4F56AC6E}" type="pres">
      <dgm:prSet presAssocID="{6A840222-EA15-4E77-9594-0853E6BD8381}" presName="sibTrans" presStyleCnt="0"/>
      <dgm:spPr/>
    </dgm:pt>
    <dgm:pt modelId="{16441C6A-7F71-4D07-B0FC-D43861807122}" type="pres">
      <dgm:prSet presAssocID="{0EE162A1-F54D-4E75-B64B-4606D6ED98E4}" presName="compNode" presStyleCnt="0"/>
      <dgm:spPr/>
    </dgm:pt>
    <dgm:pt modelId="{0411DFAD-3D81-4A8D-A9B5-ECD61349A1BB}" type="pres">
      <dgm:prSet presAssocID="{0EE162A1-F54D-4E75-B64B-4606D6ED98E4}" presName="bgRect" presStyleLbl="bgShp" presStyleIdx="2" presStyleCnt="5"/>
      <dgm:spPr/>
    </dgm:pt>
    <dgm:pt modelId="{14A41168-0C53-4857-9AB3-428BA539583F}" type="pres">
      <dgm:prSet presAssocID="{0EE162A1-F54D-4E75-B64B-4606D6ED98E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6D9D234-38D6-4D82-9A07-DA38C4B66889}" type="pres">
      <dgm:prSet presAssocID="{0EE162A1-F54D-4E75-B64B-4606D6ED98E4}" presName="spaceRect" presStyleCnt="0"/>
      <dgm:spPr/>
    </dgm:pt>
    <dgm:pt modelId="{DF5FB61E-FBD4-4298-9FD5-80E76ED74E2E}" type="pres">
      <dgm:prSet presAssocID="{0EE162A1-F54D-4E75-B64B-4606D6ED98E4}" presName="parTx" presStyleLbl="revTx" presStyleIdx="2" presStyleCnt="5">
        <dgm:presLayoutVars>
          <dgm:chMax val="0"/>
          <dgm:chPref val="0"/>
        </dgm:presLayoutVars>
      </dgm:prSet>
      <dgm:spPr/>
    </dgm:pt>
    <dgm:pt modelId="{A5C086B2-CCC1-46CB-8149-EF1FC16CFB02}" type="pres">
      <dgm:prSet presAssocID="{F362B9EF-A55E-4D7C-9608-38931594D7B4}" presName="sibTrans" presStyleCnt="0"/>
      <dgm:spPr/>
    </dgm:pt>
    <dgm:pt modelId="{8745EE3B-D22B-4BFB-93EE-8370DB7B88CF}" type="pres">
      <dgm:prSet presAssocID="{2B93E3F8-6C05-4FDD-885B-6803BB22DC08}" presName="compNode" presStyleCnt="0"/>
      <dgm:spPr/>
    </dgm:pt>
    <dgm:pt modelId="{6ADACBE9-E969-4A50-8B01-88758ABD59FA}" type="pres">
      <dgm:prSet presAssocID="{2B93E3F8-6C05-4FDD-885B-6803BB22DC08}" presName="bgRect" presStyleLbl="bgShp" presStyleIdx="3" presStyleCnt="5"/>
      <dgm:spPr/>
    </dgm:pt>
    <dgm:pt modelId="{7D0C44CC-8F54-48C5-B793-E6384A946EEE}" type="pres">
      <dgm:prSet presAssocID="{2B93E3F8-6C05-4FDD-885B-6803BB22DC0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AD2055B-0A28-4CC6-A741-AFB1CE387B21}" type="pres">
      <dgm:prSet presAssocID="{2B93E3F8-6C05-4FDD-885B-6803BB22DC08}" presName="spaceRect" presStyleCnt="0"/>
      <dgm:spPr/>
    </dgm:pt>
    <dgm:pt modelId="{AC2BA036-3849-4283-9968-322B6D6C7C9F}" type="pres">
      <dgm:prSet presAssocID="{2B93E3F8-6C05-4FDD-885B-6803BB22DC08}" presName="parTx" presStyleLbl="revTx" presStyleIdx="3" presStyleCnt="5">
        <dgm:presLayoutVars>
          <dgm:chMax val="0"/>
          <dgm:chPref val="0"/>
        </dgm:presLayoutVars>
      </dgm:prSet>
      <dgm:spPr/>
    </dgm:pt>
    <dgm:pt modelId="{60D5852F-02BF-49F6-8CE4-0240002BE358}" type="pres">
      <dgm:prSet presAssocID="{78DA5808-AF02-48CA-BAE6-D833A48B3C53}" presName="sibTrans" presStyleCnt="0"/>
      <dgm:spPr/>
    </dgm:pt>
    <dgm:pt modelId="{9184DAC5-7EB2-4626-832E-F6E28EB29155}" type="pres">
      <dgm:prSet presAssocID="{A13E244D-2B93-49EC-8B76-7FAA474FBD99}" presName="compNode" presStyleCnt="0"/>
      <dgm:spPr/>
    </dgm:pt>
    <dgm:pt modelId="{393A2EA9-D281-4A67-84D1-4BD420190928}" type="pres">
      <dgm:prSet presAssocID="{A13E244D-2B93-49EC-8B76-7FAA474FBD99}" presName="bgRect" presStyleLbl="bgShp" presStyleIdx="4" presStyleCnt="5"/>
      <dgm:spPr/>
    </dgm:pt>
    <dgm:pt modelId="{ADA20103-1D89-4464-9D22-C829338C43C7}" type="pres">
      <dgm:prSet presAssocID="{A13E244D-2B93-49EC-8B76-7FAA474FBD9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BB09AE50-5489-4A6F-AC62-F000542A87CB}" type="pres">
      <dgm:prSet presAssocID="{A13E244D-2B93-49EC-8B76-7FAA474FBD99}" presName="spaceRect" presStyleCnt="0"/>
      <dgm:spPr/>
    </dgm:pt>
    <dgm:pt modelId="{0A20D8CC-89AE-4A76-9688-C75A9694299F}" type="pres">
      <dgm:prSet presAssocID="{A13E244D-2B93-49EC-8B76-7FAA474FBD9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4C1A109-9A5F-4B6A-93B0-106D3C177875}" type="presOf" srcId="{D18EB40D-E9FB-48C2-AF2B-5CDE842CCCA7}" destId="{A8FE27B2-A80E-46B8-95BC-035DDE7629EA}" srcOrd="0" destOrd="0" presId="urn:microsoft.com/office/officeart/2018/2/layout/IconVerticalSolidList"/>
    <dgm:cxn modelId="{8BE99C0C-0D15-4AFF-B340-BA8CB3C6FBC0}" srcId="{C4F23349-99F3-4C8F-B1FF-B06D94E41767}" destId="{6101FEE4-8105-4AB9-86D9-9C7BCA45F8BD}" srcOrd="1" destOrd="0" parTransId="{82061991-F396-4934-8CC8-90B8674D0500}" sibTransId="{6A840222-EA15-4E77-9594-0853E6BD8381}"/>
    <dgm:cxn modelId="{37EACB28-E05D-4DC6-B8A5-45C55D7743E6}" type="presOf" srcId="{6101FEE4-8105-4AB9-86D9-9C7BCA45F8BD}" destId="{62477FDE-B601-490A-89AB-4702FE244D53}" srcOrd="0" destOrd="0" presId="urn:microsoft.com/office/officeart/2018/2/layout/IconVerticalSolidList"/>
    <dgm:cxn modelId="{6DBF6043-B40C-443E-B353-9DA4194C169E}" type="presOf" srcId="{A13E244D-2B93-49EC-8B76-7FAA474FBD99}" destId="{0A20D8CC-89AE-4A76-9688-C75A9694299F}" srcOrd="0" destOrd="0" presId="urn:microsoft.com/office/officeart/2018/2/layout/IconVerticalSolidList"/>
    <dgm:cxn modelId="{253F8065-6571-4CA6-8BDF-DD57A480484B}" srcId="{C4F23349-99F3-4C8F-B1FF-B06D94E41767}" destId="{A13E244D-2B93-49EC-8B76-7FAA474FBD99}" srcOrd="4" destOrd="0" parTransId="{02F96002-6846-40A8-B706-BCBF851D603F}" sibTransId="{B6454929-50F7-4D44-93AC-7B00BBDEB7F0}"/>
    <dgm:cxn modelId="{1164B48F-A696-4077-9B16-F23ABBA59459}" srcId="{C4F23349-99F3-4C8F-B1FF-B06D94E41767}" destId="{D18EB40D-E9FB-48C2-AF2B-5CDE842CCCA7}" srcOrd="0" destOrd="0" parTransId="{3077C9F2-39AA-4BC8-91F7-3DC9D7700C68}" sibTransId="{54F456D2-4813-45F4-80E8-CE1D432E210C}"/>
    <dgm:cxn modelId="{6C256691-86FA-4823-AED6-04414BAEE167}" type="presOf" srcId="{C4F23349-99F3-4C8F-B1FF-B06D94E41767}" destId="{26E8F913-6D8B-4D0C-BFF6-DE0C7659C2A8}" srcOrd="0" destOrd="0" presId="urn:microsoft.com/office/officeart/2018/2/layout/IconVerticalSolidList"/>
    <dgm:cxn modelId="{EFA5AAB3-3BCF-4A68-9AEE-D421678326F3}" type="presOf" srcId="{2B93E3F8-6C05-4FDD-885B-6803BB22DC08}" destId="{AC2BA036-3849-4283-9968-322B6D6C7C9F}" srcOrd="0" destOrd="0" presId="urn:microsoft.com/office/officeart/2018/2/layout/IconVerticalSolidList"/>
    <dgm:cxn modelId="{514CD6C8-A2B0-48DB-ADAF-EF902EF0F05F}" type="presOf" srcId="{0EE162A1-F54D-4E75-B64B-4606D6ED98E4}" destId="{DF5FB61E-FBD4-4298-9FD5-80E76ED74E2E}" srcOrd="0" destOrd="0" presId="urn:microsoft.com/office/officeart/2018/2/layout/IconVerticalSolidList"/>
    <dgm:cxn modelId="{DDA114CE-5D1C-4C1B-9428-0E02712A03D5}" srcId="{C4F23349-99F3-4C8F-B1FF-B06D94E41767}" destId="{0EE162A1-F54D-4E75-B64B-4606D6ED98E4}" srcOrd="2" destOrd="0" parTransId="{D46EC622-144D-4BF9-9947-59007CDFCB3C}" sibTransId="{F362B9EF-A55E-4D7C-9608-38931594D7B4}"/>
    <dgm:cxn modelId="{F31143EC-4365-4913-B3CE-B801A9832162}" srcId="{C4F23349-99F3-4C8F-B1FF-B06D94E41767}" destId="{2B93E3F8-6C05-4FDD-885B-6803BB22DC08}" srcOrd="3" destOrd="0" parTransId="{CFC62BA7-F6AC-4225-9A66-5F54EE59A7FC}" sibTransId="{78DA5808-AF02-48CA-BAE6-D833A48B3C53}"/>
    <dgm:cxn modelId="{76265B83-2BDB-47B0-B82A-A59BCECA02E0}" type="presParOf" srcId="{26E8F913-6D8B-4D0C-BFF6-DE0C7659C2A8}" destId="{E8209E33-8E52-4316-80A9-4E648FBA45C9}" srcOrd="0" destOrd="0" presId="urn:microsoft.com/office/officeart/2018/2/layout/IconVerticalSolidList"/>
    <dgm:cxn modelId="{28BA40BD-66D6-42F8-AD2E-1A40BF1B757A}" type="presParOf" srcId="{E8209E33-8E52-4316-80A9-4E648FBA45C9}" destId="{3C9C54EF-7525-4DB9-B0CE-9D4DC98ADEEB}" srcOrd="0" destOrd="0" presId="urn:microsoft.com/office/officeart/2018/2/layout/IconVerticalSolidList"/>
    <dgm:cxn modelId="{F6430A62-9831-4B8D-B069-4C581BEAA3F7}" type="presParOf" srcId="{E8209E33-8E52-4316-80A9-4E648FBA45C9}" destId="{D3A28278-6FC5-430D-A6D7-06120FDA7C5B}" srcOrd="1" destOrd="0" presId="urn:microsoft.com/office/officeart/2018/2/layout/IconVerticalSolidList"/>
    <dgm:cxn modelId="{D82E24F9-B536-47A9-81C1-5934EE2FFF95}" type="presParOf" srcId="{E8209E33-8E52-4316-80A9-4E648FBA45C9}" destId="{BFEF4736-C4BA-4B7B-8E0D-BC3DB488EAB5}" srcOrd="2" destOrd="0" presId="urn:microsoft.com/office/officeart/2018/2/layout/IconVerticalSolidList"/>
    <dgm:cxn modelId="{7863703A-4758-4E20-80D3-BEB73859D27E}" type="presParOf" srcId="{E8209E33-8E52-4316-80A9-4E648FBA45C9}" destId="{A8FE27B2-A80E-46B8-95BC-035DDE7629EA}" srcOrd="3" destOrd="0" presId="urn:microsoft.com/office/officeart/2018/2/layout/IconVerticalSolidList"/>
    <dgm:cxn modelId="{F35AD7F1-59F2-40BC-A251-30CEBBBEA939}" type="presParOf" srcId="{26E8F913-6D8B-4D0C-BFF6-DE0C7659C2A8}" destId="{4D518BFD-EC84-4F7F-8F1F-2F81F7FF0D3C}" srcOrd="1" destOrd="0" presId="urn:microsoft.com/office/officeart/2018/2/layout/IconVerticalSolidList"/>
    <dgm:cxn modelId="{15D939B5-D847-40FE-B58E-35D7AA547AA0}" type="presParOf" srcId="{26E8F913-6D8B-4D0C-BFF6-DE0C7659C2A8}" destId="{B97F47D4-EC72-4DAA-A5BE-60D2F721C7D1}" srcOrd="2" destOrd="0" presId="urn:microsoft.com/office/officeart/2018/2/layout/IconVerticalSolidList"/>
    <dgm:cxn modelId="{766088B8-6813-47A1-8971-FB46EFB6F03F}" type="presParOf" srcId="{B97F47D4-EC72-4DAA-A5BE-60D2F721C7D1}" destId="{EC09D862-D04B-453A-B20C-8A3B39AFB832}" srcOrd="0" destOrd="0" presId="urn:microsoft.com/office/officeart/2018/2/layout/IconVerticalSolidList"/>
    <dgm:cxn modelId="{E71D5239-BD89-4D5C-BA0A-4A3D9748A6B1}" type="presParOf" srcId="{B97F47D4-EC72-4DAA-A5BE-60D2F721C7D1}" destId="{0ABAED1F-38D6-4C11-8ACB-F0F8C9EB776A}" srcOrd="1" destOrd="0" presId="urn:microsoft.com/office/officeart/2018/2/layout/IconVerticalSolidList"/>
    <dgm:cxn modelId="{F7E13807-0926-4F92-BF28-0685C35330E7}" type="presParOf" srcId="{B97F47D4-EC72-4DAA-A5BE-60D2F721C7D1}" destId="{A82CB5B9-482D-4102-A9F6-2B5238E71503}" srcOrd="2" destOrd="0" presId="urn:microsoft.com/office/officeart/2018/2/layout/IconVerticalSolidList"/>
    <dgm:cxn modelId="{49E1907D-77C6-49B2-A84C-A979555043BF}" type="presParOf" srcId="{B97F47D4-EC72-4DAA-A5BE-60D2F721C7D1}" destId="{62477FDE-B601-490A-89AB-4702FE244D53}" srcOrd="3" destOrd="0" presId="urn:microsoft.com/office/officeart/2018/2/layout/IconVerticalSolidList"/>
    <dgm:cxn modelId="{9C2CF938-8567-4237-80C9-7F43CB674938}" type="presParOf" srcId="{26E8F913-6D8B-4D0C-BFF6-DE0C7659C2A8}" destId="{A0CFFCE2-259C-4303-AD09-A5FF4F56AC6E}" srcOrd="3" destOrd="0" presId="urn:microsoft.com/office/officeart/2018/2/layout/IconVerticalSolidList"/>
    <dgm:cxn modelId="{B0BE72A7-CE51-4E11-A782-B576F9EB74D2}" type="presParOf" srcId="{26E8F913-6D8B-4D0C-BFF6-DE0C7659C2A8}" destId="{16441C6A-7F71-4D07-B0FC-D43861807122}" srcOrd="4" destOrd="0" presId="urn:microsoft.com/office/officeart/2018/2/layout/IconVerticalSolidList"/>
    <dgm:cxn modelId="{50F7EA48-5DA6-4990-82DE-274E55B3C185}" type="presParOf" srcId="{16441C6A-7F71-4D07-B0FC-D43861807122}" destId="{0411DFAD-3D81-4A8D-A9B5-ECD61349A1BB}" srcOrd="0" destOrd="0" presId="urn:microsoft.com/office/officeart/2018/2/layout/IconVerticalSolidList"/>
    <dgm:cxn modelId="{1BD50F40-9781-4BA5-A43A-DD4B3E8AC549}" type="presParOf" srcId="{16441C6A-7F71-4D07-B0FC-D43861807122}" destId="{14A41168-0C53-4857-9AB3-428BA539583F}" srcOrd="1" destOrd="0" presId="urn:microsoft.com/office/officeart/2018/2/layout/IconVerticalSolidList"/>
    <dgm:cxn modelId="{0D96EACA-64D5-458C-86FE-A1AFB08BCC9A}" type="presParOf" srcId="{16441C6A-7F71-4D07-B0FC-D43861807122}" destId="{86D9D234-38D6-4D82-9A07-DA38C4B66889}" srcOrd="2" destOrd="0" presId="urn:microsoft.com/office/officeart/2018/2/layout/IconVerticalSolidList"/>
    <dgm:cxn modelId="{15A90A31-CCF4-442F-836B-08428E329419}" type="presParOf" srcId="{16441C6A-7F71-4D07-B0FC-D43861807122}" destId="{DF5FB61E-FBD4-4298-9FD5-80E76ED74E2E}" srcOrd="3" destOrd="0" presId="urn:microsoft.com/office/officeart/2018/2/layout/IconVerticalSolidList"/>
    <dgm:cxn modelId="{8E544C24-3957-4D4E-8255-83B0FB20E6D3}" type="presParOf" srcId="{26E8F913-6D8B-4D0C-BFF6-DE0C7659C2A8}" destId="{A5C086B2-CCC1-46CB-8149-EF1FC16CFB02}" srcOrd="5" destOrd="0" presId="urn:microsoft.com/office/officeart/2018/2/layout/IconVerticalSolidList"/>
    <dgm:cxn modelId="{8795E19B-4ED0-4BDA-8948-0B8139A4B4E0}" type="presParOf" srcId="{26E8F913-6D8B-4D0C-BFF6-DE0C7659C2A8}" destId="{8745EE3B-D22B-4BFB-93EE-8370DB7B88CF}" srcOrd="6" destOrd="0" presId="urn:microsoft.com/office/officeart/2018/2/layout/IconVerticalSolidList"/>
    <dgm:cxn modelId="{69F44381-6B08-4DF6-B502-58EAC15F17AC}" type="presParOf" srcId="{8745EE3B-D22B-4BFB-93EE-8370DB7B88CF}" destId="{6ADACBE9-E969-4A50-8B01-88758ABD59FA}" srcOrd="0" destOrd="0" presId="urn:microsoft.com/office/officeart/2018/2/layout/IconVerticalSolidList"/>
    <dgm:cxn modelId="{3F871E8E-1662-4640-A92B-9DF1331800D1}" type="presParOf" srcId="{8745EE3B-D22B-4BFB-93EE-8370DB7B88CF}" destId="{7D0C44CC-8F54-48C5-B793-E6384A946EEE}" srcOrd="1" destOrd="0" presId="urn:microsoft.com/office/officeart/2018/2/layout/IconVerticalSolidList"/>
    <dgm:cxn modelId="{2F0B6F6E-87DE-4964-898E-3C78739254D7}" type="presParOf" srcId="{8745EE3B-D22B-4BFB-93EE-8370DB7B88CF}" destId="{7AD2055B-0A28-4CC6-A741-AFB1CE387B21}" srcOrd="2" destOrd="0" presId="urn:microsoft.com/office/officeart/2018/2/layout/IconVerticalSolidList"/>
    <dgm:cxn modelId="{826C0189-1567-474E-82DF-D49A4DE9FC3A}" type="presParOf" srcId="{8745EE3B-D22B-4BFB-93EE-8370DB7B88CF}" destId="{AC2BA036-3849-4283-9968-322B6D6C7C9F}" srcOrd="3" destOrd="0" presId="urn:microsoft.com/office/officeart/2018/2/layout/IconVerticalSolidList"/>
    <dgm:cxn modelId="{97F6C4FE-9021-4290-AA12-BA917850DD03}" type="presParOf" srcId="{26E8F913-6D8B-4D0C-BFF6-DE0C7659C2A8}" destId="{60D5852F-02BF-49F6-8CE4-0240002BE358}" srcOrd="7" destOrd="0" presId="urn:microsoft.com/office/officeart/2018/2/layout/IconVerticalSolidList"/>
    <dgm:cxn modelId="{DC39A6AC-E7FF-42E9-BDFB-857AA301C8FC}" type="presParOf" srcId="{26E8F913-6D8B-4D0C-BFF6-DE0C7659C2A8}" destId="{9184DAC5-7EB2-4626-832E-F6E28EB29155}" srcOrd="8" destOrd="0" presId="urn:microsoft.com/office/officeart/2018/2/layout/IconVerticalSolidList"/>
    <dgm:cxn modelId="{3247F7D4-7658-4064-B21B-E3BEA915945A}" type="presParOf" srcId="{9184DAC5-7EB2-4626-832E-F6E28EB29155}" destId="{393A2EA9-D281-4A67-84D1-4BD420190928}" srcOrd="0" destOrd="0" presId="urn:microsoft.com/office/officeart/2018/2/layout/IconVerticalSolidList"/>
    <dgm:cxn modelId="{764EFBEE-120C-48A2-A808-68478D3D4DC1}" type="presParOf" srcId="{9184DAC5-7EB2-4626-832E-F6E28EB29155}" destId="{ADA20103-1D89-4464-9D22-C829338C43C7}" srcOrd="1" destOrd="0" presId="urn:microsoft.com/office/officeart/2018/2/layout/IconVerticalSolidList"/>
    <dgm:cxn modelId="{A35957D8-2BC9-400E-BB46-6D849D02CAC4}" type="presParOf" srcId="{9184DAC5-7EB2-4626-832E-F6E28EB29155}" destId="{BB09AE50-5489-4A6F-AC62-F000542A87CB}" srcOrd="2" destOrd="0" presId="urn:microsoft.com/office/officeart/2018/2/layout/IconVerticalSolidList"/>
    <dgm:cxn modelId="{7A43AE7F-C322-4C72-A91F-76BCEC4070C7}" type="presParOf" srcId="{9184DAC5-7EB2-4626-832E-F6E28EB29155}" destId="{0A20D8CC-89AE-4A76-9688-C75A969429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5160E2-9CD3-4B70-9992-4D251DA26669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531CE5A-0D96-42C8-AFA6-EE489FE47ED4}">
      <dgm:prSet/>
      <dgm:spPr/>
      <dgm:t>
        <a:bodyPr/>
        <a:lstStyle/>
        <a:p>
          <a:r>
            <a:rPr lang="en-IN"/>
            <a:t>1. EMI Calculator</a:t>
          </a:r>
          <a:endParaRPr lang="en-US"/>
        </a:p>
      </dgm:t>
    </dgm:pt>
    <dgm:pt modelId="{25FC89B1-5284-40FF-B334-37C6A760C0BC}" type="parTrans" cxnId="{24317762-4F62-4473-85B1-CEFF46004430}">
      <dgm:prSet/>
      <dgm:spPr/>
      <dgm:t>
        <a:bodyPr/>
        <a:lstStyle/>
        <a:p>
          <a:endParaRPr lang="en-US"/>
        </a:p>
      </dgm:t>
    </dgm:pt>
    <dgm:pt modelId="{2F58F6E8-9567-4152-BC12-D853919675F8}" type="sibTrans" cxnId="{24317762-4F62-4473-85B1-CEFF46004430}">
      <dgm:prSet/>
      <dgm:spPr/>
      <dgm:t>
        <a:bodyPr/>
        <a:lstStyle/>
        <a:p>
          <a:endParaRPr lang="en-US"/>
        </a:p>
      </dgm:t>
    </dgm:pt>
    <dgm:pt modelId="{B31E50E4-5859-4A0D-9EF9-CC490721BEE7}">
      <dgm:prSet/>
      <dgm:spPr/>
      <dgm:t>
        <a:bodyPr/>
        <a:lstStyle/>
        <a:p>
          <a:r>
            <a:rPr lang="en-IN"/>
            <a:t>2. Fixed Deposit (FD) Calculator</a:t>
          </a:r>
          <a:endParaRPr lang="en-US"/>
        </a:p>
      </dgm:t>
    </dgm:pt>
    <dgm:pt modelId="{19750E3F-28DF-4C99-BF6B-451CB0A2EF94}" type="parTrans" cxnId="{E52E89B5-57CF-41BB-850A-EF2B11D88517}">
      <dgm:prSet/>
      <dgm:spPr/>
      <dgm:t>
        <a:bodyPr/>
        <a:lstStyle/>
        <a:p>
          <a:endParaRPr lang="en-US"/>
        </a:p>
      </dgm:t>
    </dgm:pt>
    <dgm:pt modelId="{EFF1EE72-5762-4B1F-BC3E-7A58D670D917}" type="sibTrans" cxnId="{E52E89B5-57CF-41BB-850A-EF2B11D88517}">
      <dgm:prSet/>
      <dgm:spPr/>
      <dgm:t>
        <a:bodyPr/>
        <a:lstStyle/>
        <a:p>
          <a:endParaRPr lang="en-US"/>
        </a:p>
      </dgm:t>
    </dgm:pt>
    <dgm:pt modelId="{7A4C6B65-7544-4145-A36B-C62049EDCB90}">
      <dgm:prSet/>
      <dgm:spPr/>
      <dgm:t>
        <a:bodyPr/>
        <a:lstStyle/>
        <a:p>
          <a:r>
            <a:rPr lang="en-IN" dirty="0"/>
            <a:t>3. Recurring Deposit (RD) Calculator</a:t>
          </a:r>
          <a:endParaRPr lang="en-US" dirty="0"/>
        </a:p>
      </dgm:t>
    </dgm:pt>
    <dgm:pt modelId="{32C1D63D-4349-454F-B3B5-9A898D1652F3}" type="parTrans" cxnId="{E6EDC127-EA98-4803-97AA-F165C548093B}">
      <dgm:prSet/>
      <dgm:spPr/>
      <dgm:t>
        <a:bodyPr/>
        <a:lstStyle/>
        <a:p>
          <a:endParaRPr lang="en-US"/>
        </a:p>
      </dgm:t>
    </dgm:pt>
    <dgm:pt modelId="{AC0304A7-F70B-40DC-ADAC-0218B4D77AFF}" type="sibTrans" cxnId="{E6EDC127-EA98-4803-97AA-F165C548093B}">
      <dgm:prSet/>
      <dgm:spPr/>
      <dgm:t>
        <a:bodyPr/>
        <a:lstStyle/>
        <a:p>
          <a:endParaRPr lang="en-US"/>
        </a:p>
      </dgm:t>
    </dgm:pt>
    <dgm:pt modelId="{55812E21-EC40-4A65-A557-FB2FBEDCB2CD}">
      <dgm:prSet/>
      <dgm:spPr/>
      <dgm:t>
        <a:bodyPr/>
        <a:lstStyle/>
        <a:p>
          <a:r>
            <a:rPr lang="en-IN"/>
            <a:t>4. Simple Interest</a:t>
          </a:r>
          <a:endParaRPr lang="en-US"/>
        </a:p>
      </dgm:t>
    </dgm:pt>
    <dgm:pt modelId="{4015B3DD-7DF2-4AB8-B1EA-AED690CFA45F}" type="parTrans" cxnId="{0636C832-CC42-4C68-911F-2FB64508A316}">
      <dgm:prSet/>
      <dgm:spPr/>
      <dgm:t>
        <a:bodyPr/>
        <a:lstStyle/>
        <a:p>
          <a:endParaRPr lang="en-US"/>
        </a:p>
      </dgm:t>
    </dgm:pt>
    <dgm:pt modelId="{1A727552-8BF6-406C-800D-28E9E94255BC}" type="sibTrans" cxnId="{0636C832-CC42-4C68-911F-2FB64508A316}">
      <dgm:prSet/>
      <dgm:spPr/>
      <dgm:t>
        <a:bodyPr/>
        <a:lstStyle/>
        <a:p>
          <a:endParaRPr lang="en-US"/>
        </a:p>
      </dgm:t>
    </dgm:pt>
    <dgm:pt modelId="{E9CE5384-154B-4D6E-803B-059FBD79AFB8}">
      <dgm:prSet/>
      <dgm:spPr/>
      <dgm:t>
        <a:bodyPr/>
        <a:lstStyle/>
        <a:p>
          <a:r>
            <a:rPr lang="en-IN"/>
            <a:t>5. Compound Interest</a:t>
          </a:r>
          <a:endParaRPr lang="en-US"/>
        </a:p>
      </dgm:t>
    </dgm:pt>
    <dgm:pt modelId="{E75284EC-EF42-4F2A-8715-09E1C6EC3D3B}" type="parTrans" cxnId="{D5BD8D1B-74E5-479F-A56A-0877BAB8B764}">
      <dgm:prSet/>
      <dgm:spPr/>
      <dgm:t>
        <a:bodyPr/>
        <a:lstStyle/>
        <a:p>
          <a:endParaRPr lang="en-US"/>
        </a:p>
      </dgm:t>
    </dgm:pt>
    <dgm:pt modelId="{F4CE2681-E0D7-4BF4-A1C2-E9A7A1A0363F}" type="sibTrans" cxnId="{D5BD8D1B-74E5-479F-A56A-0877BAB8B764}">
      <dgm:prSet/>
      <dgm:spPr/>
      <dgm:t>
        <a:bodyPr/>
        <a:lstStyle/>
        <a:p>
          <a:endParaRPr lang="en-US"/>
        </a:p>
      </dgm:t>
    </dgm:pt>
    <dgm:pt modelId="{54FAA4BA-49AB-4F2B-BC4A-30F3FAE2635B}">
      <dgm:prSet/>
      <dgm:spPr/>
      <dgm:t>
        <a:bodyPr/>
        <a:lstStyle/>
        <a:p>
          <a:r>
            <a:rPr lang="en-IN" dirty="0"/>
            <a:t>6. SIP (Systematic Investment Plan)</a:t>
          </a:r>
          <a:endParaRPr lang="en-US" dirty="0"/>
        </a:p>
      </dgm:t>
    </dgm:pt>
    <dgm:pt modelId="{AA4625FD-57CB-42B3-9E2E-89B022EC7D0C}" type="parTrans" cxnId="{E1229E89-A193-41FC-95DC-24AB7F3D6710}">
      <dgm:prSet/>
      <dgm:spPr/>
      <dgm:t>
        <a:bodyPr/>
        <a:lstStyle/>
        <a:p>
          <a:endParaRPr lang="en-US"/>
        </a:p>
      </dgm:t>
    </dgm:pt>
    <dgm:pt modelId="{F7D6273C-5881-4F6E-9CF5-6241DAF1175B}" type="sibTrans" cxnId="{E1229E89-A193-41FC-95DC-24AB7F3D6710}">
      <dgm:prSet/>
      <dgm:spPr/>
      <dgm:t>
        <a:bodyPr/>
        <a:lstStyle/>
        <a:p>
          <a:endParaRPr lang="en-US"/>
        </a:p>
      </dgm:t>
    </dgm:pt>
    <dgm:pt modelId="{46088486-8562-4DBB-826B-C75044269FDE}">
      <dgm:prSet/>
      <dgm:spPr/>
      <dgm:t>
        <a:bodyPr/>
        <a:lstStyle/>
        <a:p>
          <a:r>
            <a:rPr lang="en-IN"/>
            <a:t>7. PPF</a:t>
          </a:r>
          <a:endParaRPr lang="en-US"/>
        </a:p>
      </dgm:t>
    </dgm:pt>
    <dgm:pt modelId="{2EBF1165-67FF-4C92-8C28-64B2D65CD801}" type="parTrans" cxnId="{131DB12D-1959-41D8-A5E8-B487D909E970}">
      <dgm:prSet/>
      <dgm:spPr/>
      <dgm:t>
        <a:bodyPr/>
        <a:lstStyle/>
        <a:p>
          <a:endParaRPr lang="en-US"/>
        </a:p>
      </dgm:t>
    </dgm:pt>
    <dgm:pt modelId="{549B674A-0973-4D14-9003-3FFA3ACFCDB8}" type="sibTrans" cxnId="{131DB12D-1959-41D8-A5E8-B487D909E970}">
      <dgm:prSet/>
      <dgm:spPr/>
      <dgm:t>
        <a:bodyPr/>
        <a:lstStyle/>
        <a:p>
          <a:endParaRPr lang="en-US"/>
        </a:p>
      </dgm:t>
    </dgm:pt>
    <dgm:pt modelId="{B7DC8C04-D637-4366-83F2-9DF383061139}">
      <dgm:prSet/>
      <dgm:spPr/>
      <dgm:t>
        <a:bodyPr/>
        <a:lstStyle/>
        <a:p>
          <a:r>
            <a:rPr lang="en-IN"/>
            <a:t>8. Retirement</a:t>
          </a:r>
          <a:endParaRPr lang="en-US"/>
        </a:p>
      </dgm:t>
    </dgm:pt>
    <dgm:pt modelId="{37AA87FC-0A54-4C77-92B8-DB339CC9DEDF}" type="parTrans" cxnId="{346370CA-B0D3-44AF-9E4F-E41B0DDA8BCF}">
      <dgm:prSet/>
      <dgm:spPr/>
      <dgm:t>
        <a:bodyPr/>
        <a:lstStyle/>
        <a:p>
          <a:endParaRPr lang="en-US"/>
        </a:p>
      </dgm:t>
    </dgm:pt>
    <dgm:pt modelId="{2F071066-C21F-4AA8-B3AE-5054EE194429}" type="sibTrans" cxnId="{346370CA-B0D3-44AF-9E4F-E41B0DDA8BCF}">
      <dgm:prSet/>
      <dgm:spPr/>
      <dgm:t>
        <a:bodyPr/>
        <a:lstStyle/>
        <a:p>
          <a:endParaRPr lang="en-US"/>
        </a:p>
      </dgm:t>
    </dgm:pt>
    <dgm:pt modelId="{F4A81375-6770-4F51-992E-A72FE3FF71B6}">
      <dgm:prSet/>
      <dgm:spPr/>
      <dgm:t>
        <a:bodyPr/>
        <a:lstStyle/>
        <a:p>
          <a:r>
            <a:rPr lang="en-IN"/>
            <a:t>9. Education Planning</a:t>
          </a:r>
          <a:endParaRPr lang="en-US"/>
        </a:p>
      </dgm:t>
    </dgm:pt>
    <dgm:pt modelId="{689DEADB-D00E-4664-A31D-824A7B624D9B}" type="parTrans" cxnId="{0F56BF44-20C3-459D-B18F-0113DE00A347}">
      <dgm:prSet/>
      <dgm:spPr/>
      <dgm:t>
        <a:bodyPr/>
        <a:lstStyle/>
        <a:p>
          <a:endParaRPr lang="en-US"/>
        </a:p>
      </dgm:t>
    </dgm:pt>
    <dgm:pt modelId="{EFF964D8-034E-4A16-AF8D-3A9B0966227D}" type="sibTrans" cxnId="{0F56BF44-20C3-459D-B18F-0113DE00A347}">
      <dgm:prSet/>
      <dgm:spPr/>
      <dgm:t>
        <a:bodyPr/>
        <a:lstStyle/>
        <a:p>
          <a:endParaRPr lang="en-US"/>
        </a:p>
      </dgm:t>
    </dgm:pt>
    <dgm:pt modelId="{88DDA560-9C11-445B-AB53-E14A7FBADBD4}">
      <dgm:prSet/>
      <dgm:spPr/>
      <dgm:t>
        <a:bodyPr/>
        <a:lstStyle/>
        <a:p>
          <a:r>
            <a:rPr lang="en-IN"/>
            <a:t>10. Loan Repayment</a:t>
          </a:r>
          <a:endParaRPr lang="en-US"/>
        </a:p>
      </dgm:t>
    </dgm:pt>
    <dgm:pt modelId="{C6BF4F9F-BA98-493A-98A0-B990FDD5A8BB}" type="parTrans" cxnId="{0B29B4E2-816A-4870-AE2E-CF5BB51381A8}">
      <dgm:prSet/>
      <dgm:spPr/>
      <dgm:t>
        <a:bodyPr/>
        <a:lstStyle/>
        <a:p>
          <a:endParaRPr lang="en-US"/>
        </a:p>
      </dgm:t>
    </dgm:pt>
    <dgm:pt modelId="{22B84F27-1D64-46D3-9589-A0BD1603A7F7}" type="sibTrans" cxnId="{0B29B4E2-816A-4870-AE2E-CF5BB51381A8}">
      <dgm:prSet/>
      <dgm:spPr/>
      <dgm:t>
        <a:bodyPr/>
        <a:lstStyle/>
        <a:p>
          <a:endParaRPr lang="en-US"/>
        </a:p>
      </dgm:t>
    </dgm:pt>
    <dgm:pt modelId="{10184C04-69D7-4628-8328-17BFC7F0C79C}" type="pres">
      <dgm:prSet presAssocID="{405160E2-9CD3-4B70-9992-4D251DA26669}" presName="diagram" presStyleCnt="0">
        <dgm:presLayoutVars>
          <dgm:dir/>
          <dgm:resizeHandles val="exact"/>
        </dgm:presLayoutVars>
      </dgm:prSet>
      <dgm:spPr/>
    </dgm:pt>
    <dgm:pt modelId="{A6394886-688B-4799-B785-173D444E8731}" type="pres">
      <dgm:prSet presAssocID="{6531CE5A-0D96-42C8-AFA6-EE489FE47ED4}" presName="node" presStyleLbl="node1" presStyleIdx="0" presStyleCnt="10">
        <dgm:presLayoutVars>
          <dgm:bulletEnabled val="1"/>
        </dgm:presLayoutVars>
      </dgm:prSet>
      <dgm:spPr/>
    </dgm:pt>
    <dgm:pt modelId="{0BE28F62-5CD2-48E6-A90F-83330ABE190A}" type="pres">
      <dgm:prSet presAssocID="{2F58F6E8-9567-4152-BC12-D853919675F8}" presName="sibTrans" presStyleCnt="0"/>
      <dgm:spPr/>
    </dgm:pt>
    <dgm:pt modelId="{CB6B558C-2800-47C0-B88F-0B23BC6C5446}" type="pres">
      <dgm:prSet presAssocID="{B31E50E4-5859-4A0D-9EF9-CC490721BEE7}" presName="node" presStyleLbl="node1" presStyleIdx="1" presStyleCnt="10">
        <dgm:presLayoutVars>
          <dgm:bulletEnabled val="1"/>
        </dgm:presLayoutVars>
      </dgm:prSet>
      <dgm:spPr/>
    </dgm:pt>
    <dgm:pt modelId="{19CF7B22-47D3-4E04-8128-4F6001078C64}" type="pres">
      <dgm:prSet presAssocID="{EFF1EE72-5762-4B1F-BC3E-7A58D670D917}" presName="sibTrans" presStyleCnt="0"/>
      <dgm:spPr/>
    </dgm:pt>
    <dgm:pt modelId="{588D2F4E-8010-4671-8F8C-F41CFA55AB4F}" type="pres">
      <dgm:prSet presAssocID="{7A4C6B65-7544-4145-A36B-C62049EDCB90}" presName="node" presStyleLbl="node1" presStyleIdx="2" presStyleCnt="10">
        <dgm:presLayoutVars>
          <dgm:bulletEnabled val="1"/>
        </dgm:presLayoutVars>
      </dgm:prSet>
      <dgm:spPr/>
    </dgm:pt>
    <dgm:pt modelId="{4AB24C44-5354-4915-8B6F-FC2BB5DD73AF}" type="pres">
      <dgm:prSet presAssocID="{AC0304A7-F70B-40DC-ADAC-0218B4D77AFF}" presName="sibTrans" presStyleCnt="0"/>
      <dgm:spPr/>
    </dgm:pt>
    <dgm:pt modelId="{5F6F9297-E79C-44FB-B790-1F4F128093FF}" type="pres">
      <dgm:prSet presAssocID="{55812E21-EC40-4A65-A557-FB2FBEDCB2CD}" presName="node" presStyleLbl="node1" presStyleIdx="3" presStyleCnt="10">
        <dgm:presLayoutVars>
          <dgm:bulletEnabled val="1"/>
        </dgm:presLayoutVars>
      </dgm:prSet>
      <dgm:spPr/>
    </dgm:pt>
    <dgm:pt modelId="{B6251776-8709-4BB4-961D-A4577899042F}" type="pres">
      <dgm:prSet presAssocID="{1A727552-8BF6-406C-800D-28E9E94255BC}" presName="sibTrans" presStyleCnt="0"/>
      <dgm:spPr/>
    </dgm:pt>
    <dgm:pt modelId="{EC45D130-5A2B-41C0-80B0-5D029C72350B}" type="pres">
      <dgm:prSet presAssocID="{E9CE5384-154B-4D6E-803B-059FBD79AFB8}" presName="node" presStyleLbl="node1" presStyleIdx="4" presStyleCnt="10">
        <dgm:presLayoutVars>
          <dgm:bulletEnabled val="1"/>
        </dgm:presLayoutVars>
      </dgm:prSet>
      <dgm:spPr/>
    </dgm:pt>
    <dgm:pt modelId="{247436CD-FFF7-49D7-9AAB-687A8C72A2EA}" type="pres">
      <dgm:prSet presAssocID="{F4CE2681-E0D7-4BF4-A1C2-E9A7A1A0363F}" presName="sibTrans" presStyleCnt="0"/>
      <dgm:spPr/>
    </dgm:pt>
    <dgm:pt modelId="{47B9252B-FDFF-4817-A810-206773F0BAA6}" type="pres">
      <dgm:prSet presAssocID="{54FAA4BA-49AB-4F2B-BC4A-30F3FAE2635B}" presName="node" presStyleLbl="node1" presStyleIdx="5" presStyleCnt="10">
        <dgm:presLayoutVars>
          <dgm:bulletEnabled val="1"/>
        </dgm:presLayoutVars>
      </dgm:prSet>
      <dgm:spPr/>
    </dgm:pt>
    <dgm:pt modelId="{D1DE6BDB-0E72-4D18-86BC-9B5EA709FCFC}" type="pres">
      <dgm:prSet presAssocID="{F7D6273C-5881-4F6E-9CF5-6241DAF1175B}" presName="sibTrans" presStyleCnt="0"/>
      <dgm:spPr/>
    </dgm:pt>
    <dgm:pt modelId="{32EF9B35-4B4C-411E-815D-FC8C757E7A08}" type="pres">
      <dgm:prSet presAssocID="{46088486-8562-4DBB-826B-C75044269FDE}" presName="node" presStyleLbl="node1" presStyleIdx="6" presStyleCnt="10">
        <dgm:presLayoutVars>
          <dgm:bulletEnabled val="1"/>
        </dgm:presLayoutVars>
      </dgm:prSet>
      <dgm:spPr/>
    </dgm:pt>
    <dgm:pt modelId="{D0767AF0-8815-4BCA-B91A-BB6EBB657368}" type="pres">
      <dgm:prSet presAssocID="{549B674A-0973-4D14-9003-3FFA3ACFCDB8}" presName="sibTrans" presStyleCnt="0"/>
      <dgm:spPr/>
    </dgm:pt>
    <dgm:pt modelId="{7B97B492-DEAB-4F2D-BC21-E4A145ACC57B}" type="pres">
      <dgm:prSet presAssocID="{B7DC8C04-D637-4366-83F2-9DF383061139}" presName="node" presStyleLbl="node1" presStyleIdx="7" presStyleCnt="10">
        <dgm:presLayoutVars>
          <dgm:bulletEnabled val="1"/>
        </dgm:presLayoutVars>
      </dgm:prSet>
      <dgm:spPr/>
    </dgm:pt>
    <dgm:pt modelId="{512EE4C0-47A6-473C-BDC0-295F38D0AC56}" type="pres">
      <dgm:prSet presAssocID="{2F071066-C21F-4AA8-B3AE-5054EE194429}" presName="sibTrans" presStyleCnt="0"/>
      <dgm:spPr/>
    </dgm:pt>
    <dgm:pt modelId="{71A1EDBD-0348-4AAB-B982-A52051970CAC}" type="pres">
      <dgm:prSet presAssocID="{F4A81375-6770-4F51-992E-A72FE3FF71B6}" presName="node" presStyleLbl="node1" presStyleIdx="8" presStyleCnt="10">
        <dgm:presLayoutVars>
          <dgm:bulletEnabled val="1"/>
        </dgm:presLayoutVars>
      </dgm:prSet>
      <dgm:spPr/>
    </dgm:pt>
    <dgm:pt modelId="{4D1F4B72-8449-4A87-B63B-D058AFF67BAF}" type="pres">
      <dgm:prSet presAssocID="{EFF964D8-034E-4A16-AF8D-3A9B0966227D}" presName="sibTrans" presStyleCnt="0"/>
      <dgm:spPr/>
    </dgm:pt>
    <dgm:pt modelId="{FB015C99-BC4B-4FAD-BD77-3770525EC4B1}" type="pres">
      <dgm:prSet presAssocID="{88DDA560-9C11-445B-AB53-E14A7FBADBD4}" presName="node" presStyleLbl="node1" presStyleIdx="9" presStyleCnt="10">
        <dgm:presLayoutVars>
          <dgm:bulletEnabled val="1"/>
        </dgm:presLayoutVars>
      </dgm:prSet>
      <dgm:spPr/>
    </dgm:pt>
  </dgm:ptLst>
  <dgm:cxnLst>
    <dgm:cxn modelId="{1FB68F04-8DFE-4A18-9741-05CB1D3106F5}" type="presOf" srcId="{B7DC8C04-D637-4366-83F2-9DF383061139}" destId="{7B97B492-DEAB-4F2D-BC21-E4A145ACC57B}" srcOrd="0" destOrd="0" presId="urn:microsoft.com/office/officeart/2005/8/layout/default"/>
    <dgm:cxn modelId="{D5BD8D1B-74E5-479F-A56A-0877BAB8B764}" srcId="{405160E2-9CD3-4B70-9992-4D251DA26669}" destId="{E9CE5384-154B-4D6E-803B-059FBD79AFB8}" srcOrd="4" destOrd="0" parTransId="{E75284EC-EF42-4F2A-8715-09E1C6EC3D3B}" sibTransId="{F4CE2681-E0D7-4BF4-A1C2-E9A7A1A0363F}"/>
    <dgm:cxn modelId="{06CDCE1C-2DA3-4D5C-9661-04F46CCD539B}" type="presOf" srcId="{88DDA560-9C11-445B-AB53-E14A7FBADBD4}" destId="{FB015C99-BC4B-4FAD-BD77-3770525EC4B1}" srcOrd="0" destOrd="0" presId="urn:microsoft.com/office/officeart/2005/8/layout/default"/>
    <dgm:cxn modelId="{E6EDC127-EA98-4803-97AA-F165C548093B}" srcId="{405160E2-9CD3-4B70-9992-4D251DA26669}" destId="{7A4C6B65-7544-4145-A36B-C62049EDCB90}" srcOrd="2" destOrd="0" parTransId="{32C1D63D-4349-454F-B3B5-9A898D1652F3}" sibTransId="{AC0304A7-F70B-40DC-ADAC-0218B4D77AFF}"/>
    <dgm:cxn modelId="{131DB12D-1959-41D8-A5E8-B487D909E970}" srcId="{405160E2-9CD3-4B70-9992-4D251DA26669}" destId="{46088486-8562-4DBB-826B-C75044269FDE}" srcOrd="6" destOrd="0" parTransId="{2EBF1165-67FF-4C92-8C28-64B2D65CD801}" sibTransId="{549B674A-0973-4D14-9003-3FFA3ACFCDB8}"/>
    <dgm:cxn modelId="{0636C832-CC42-4C68-911F-2FB64508A316}" srcId="{405160E2-9CD3-4B70-9992-4D251DA26669}" destId="{55812E21-EC40-4A65-A557-FB2FBEDCB2CD}" srcOrd="3" destOrd="0" parTransId="{4015B3DD-7DF2-4AB8-B1EA-AED690CFA45F}" sibTransId="{1A727552-8BF6-406C-800D-28E9E94255BC}"/>
    <dgm:cxn modelId="{806C3034-899C-4A43-8B26-2ACE0C29434C}" type="presOf" srcId="{54FAA4BA-49AB-4F2B-BC4A-30F3FAE2635B}" destId="{47B9252B-FDFF-4817-A810-206773F0BAA6}" srcOrd="0" destOrd="0" presId="urn:microsoft.com/office/officeart/2005/8/layout/default"/>
    <dgm:cxn modelId="{EDF01740-9D9A-4C1D-9C51-065D66C505DC}" type="presOf" srcId="{405160E2-9CD3-4B70-9992-4D251DA26669}" destId="{10184C04-69D7-4628-8328-17BFC7F0C79C}" srcOrd="0" destOrd="0" presId="urn:microsoft.com/office/officeart/2005/8/layout/default"/>
    <dgm:cxn modelId="{24317762-4F62-4473-85B1-CEFF46004430}" srcId="{405160E2-9CD3-4B70-9992-4D251DA26669}" destId="{6531CE5A-0D96-42C8-AFA6-EE489FE47ED4}" srcOrd="0" destOrd="0" parTransId="{25FC89B1-5284-40FF-B334-37C6A760C0BC}" sibTransId="{2F58F6E8-9567-4152-BC12-D853919675F8}"/>
    <dgm:cxn modelId="{697D8042-1C4A-443C-A353-137ACF2AE79E}" type="presOf" srcId="{46088486-8562-4DBB-826B-C75044269FDE}" destId="{32EF9B35-4B4C-411E-815D-FC8C757E7A08}" srcOrd="0" destOrd="0" presId="urn:microsoft.com/office/officeart/2005/8/layout/default"/>
    <dgm:cxn modelId="{0F56BF44-20C3-459D-B18F-0113DE00A347}" srcId="{405160E2-9CD3-4B70-9992-4D251DA26669}" destId="{F4A81375-6770-4F51-992E-A72FE3FF71B6}" srcOrd="8" destOrd="0" parTransId="{689DEADB-D00E-4664-A31D-824A7B624D9B}" sibTransId="{EFF964D8-034E-4A16-AF8D-3A9B0966227D}"/>
    <dgm:cxn modelId="{D62C7247-4BEF-4906-B2D1-950986636219}" type="presOf" srcId="{E9CE5384-154B-4D6E-803B-059FBD79AFB8}" destId="{EC45D130-5A2B-41C0-80B0-5D029C72350B}" srcOrd="0" destOrd="0" presId="urn:microsoft.com/office/officeart/2005/8/layout/default"/>
    <dgm:cxn modelId="{E1229E89-A193-41FC-95DC-24AB7F3D6710}" srcId="{405160E2-9CD3-4B70-9992-4D251DA26669}" destId="{54FAA4BA-49AB-4F2B-BC4A-30F3FAE2635B}" srcOrd="5" destOrd="0" parTransId="{AA4625FD-57CB-42B3-9E2E-89B022EC7D0C}" sibTransId="{F7D6273C-5881-4F6E-9CF5-6241DAF1175B}"/>
    <dgm:cxn modelId="{3A0C518A-0CE9-4CF7-A9D5-AACA54A4235D}" type="presOf" srcId="{55812E21-EC40-4A65-A557-FB2FBEDCB2CD}" destId="{5F6F9297-E79C-44FB-B790-1F4F128093FF}" srcOrd="0" destOrd="0" presId="urn:microsoft.com/office/officeart/2005/8/layout/default"/>
    <dgm:cxn modelId="{D11BE791-211A-4D6C-9E72-746D75540C37}" type="presOf" srcId="{B31E50E4-5859-4A0D-9EF9-CC490721BEE7}" destId="{CB6B558C-2800-47C0-B88F-0B23BC6C5446}" srcOrd="0" destOrd="0" presId="urn:microsoft.com/office/officeart/2005/8/layout/default"/>
    <dgm:cxn modelId="{E52E89B5-57CF-41BB-850A-EF2B11D88517}" srcId="{405160E2-9CD3-4B70-9992-4D251DA26669}" destId="{B31E50E4-5859-4A0D-9EF9-CC490721BEE7}" srcOrd="1" destOrd="0" parTransId="{19750E3F-28DF-4C99-BF6B-451CB0A2EF94}" sibTransId="{EFF1EE72-5762-4B1F-BC3E-7A58D670D917}"/>
    <dgm:cxn modelId="{346370CA-B0D3-44AF-9E4F-E41B0DDA8BCF}" srcId="{405160E2-9CD3-4B70-9992-4D251DA26669}" destId="{B7DC8C04-D637-4366-83F2-9DF383061139}" srcOrd="7" destOrd="0" parTransId="{37AA87FC-0A54-4C77-92B8-DB339CC9DEDF}" sibTransId="{2F071066-C21F-4AA8-B3AE-5054EE194429}"/>
    <dgm:cxn modelId="{512B51D0-AC81-4B55-A1D3-CCDEB9662979}" type="presOf" srcId="{F4A81375-6770-4F51-992E-A72FE3FF71B6}" destId="{71A1EDBD-0348-4AAB-B982-A52051970CAC}" srcOrd="0" destOrd="0" presId="urn:microsoft.com/office/officeart/2005/8/layout/default"/>
    <dgm:cxn modelId="{0B29B4E2-816A-4870-AE2E-CF5BB51381A8}" srcId="{405160E2-9CD3-4B70-9992-4D251DA26669}" destId="{88DDA560-9C11-445B-AB53-E14A7FBADBD4}" srcOrd="9" destOrd="0" parTransId="{C6BF4F9F-BA98-493A-98A0-B990FDD5A8BB}" sibTransId="{22B84F27-1D64-46D3-9589-A0BD1603A7F7}"/>
    <dgm:cxn modelId="{94DF19EC-0C26-4C89-8A62-BCC335D7110E}" type="presOf" srcId="{7A4C6B65-7544-4145-A36B-C62049EDCB90}" destId="{588D2F4E-8010-4671-8F8C-F41CFA55AB4F}" srcOrd="0" destOrd="0" presId="urn:microsoft.com/office/officeart/2005/8/layout/default"/>
    <dgm:cxn modelId="{8E6A72FC-CA9D-483B-AE0A-6F47DCB0E504}" type="presOf" srcId="{6531CE5A-0D96-42C8-AFA6-EE489FE47ED4}" destId="{A6394886-688B-4799-B785-173D444E8731}" srcOrd="0" destOrd="0" presId="urn:microsoft.com/office/officeart/2005/8/layout/default"/>
    <dgm:cxn modelId="{021EAC52-4372-40C7-A89D-0D487C83E8D1}" type="presParOf" srcId="{10184C04-69D7-4628-8328-17BFC7F0C79C}" destId="{A6394886-688B-4799-B785-173D444E8731}" srcOrd="0" destOrd="0" presId="urn:microsoft.com/office/officeart/2005/8/layout/default"/>
    <dgm:cxn modelId="{5263F6E9-1FEC-4AD2-AF79-2917C9659C63}" type="presParOf" srcId="{10184C04-69D7-4628-8328-17BFC7F0C79C}" destId="{0BE28F62-5CD2-48E6-A90F-83330ABE190A}" srcOrd="1" destOrd="0" presId="urn:microsoft.com/office/officeart/2005/8/layout/default"/>
    <dgm:cxn modelId="{302B078E-8950-4435-B3E1-B6699182B771}" type="presParOf" srcId="{10184C04-69D7-4628-8328-17BFC7F0C79C}" destId="{CB6B558C-2800-47C0-B88F-0B23BC6C5446}" srcOrd="2" destOrd="0" presId="urn:microsoft.com/office/officeart/2005/8/layout/default"/>
    <dgm:cxn modelId="{8BCAAE2A-3AB2-4966-A721-54DC4792B8D3}" type="presParOf" srcId="{10184C04-69D7-4628-8328-17BFC7F0C79C}" destId="{19CF7B22-47D3-4E04-8128-4F6001078C64}" srcOrd="3" destOrd="0" presId="urn:microsoft.com/office/officeart/2005/8/layout/default"/>
    <dgm:cxn modelId="{C56786F7-86CD-4830-9489-189A9CD3327F}" type="presParOf" srcId="{10184C04-69D7-4628-8328-17BFC7F0C79C}" destId="{588D2F4E-8010-4671-8F8C-F41CFA55AB4F}" srcOrd="4" destOrd="0" presId="urn:microsoft.com/office/officeart/2005/8/layout/default"/>
    <dgm:cxn modelId="{97E1E88A-8474-4E06-AA76-C4A048D773E3}" type="presParOf" srcId="{10184C04-69D7-4628-8328-17BFC7F0C79C}" destId="{4AB24C44-5354-4915-8B6F-FC2BB5DD73AF}" srcOrd="5" destOrd="0" presId="urn:microsoft.com/office/officeart/2005/8/layout/default"/>
    <dgm:cxn modelId="{BD237FA5-728E-4485-AA0E-A866D5517DEE}" type="presParOf" srcId="{10184C04-69D7-4628-8328-17BFC7F0C79C}" destId="{5F6F9297-E79C-44FB-B790-1F4F128093FF}" srcOrd="6" destOrd="0" presId="urn:microsoft.com/office/officeart/2005/8/layout/default"/>
    <dgm:cxn modelId="{E5571A33-27ED-4925-BAEE-9E221C98A838}" type="presParOf" srcId="{10184C04-69D7-4628-8328-17BFC7F0C79C}" destId="{B6251776-8709-4BB4-961D-A4577899042F}" srcOrd="7" destOrd="0" presId="urn:microsoft.com/office/officeart/2005/8/layout/default"/>
    <dgm:cxn modelId="{143DC3EA-D4D4-423F-8374-79A804904841}" type="presParOf" srcId="{10184C04-69D7-4628-8328-17BFC7F0C79C}" destId="{EC45D130-5A2B-41C0-80B0-5D029C72350B}" srcOrd="8" destOrd="0" presId="urn:microsoft.com/office/officeart/2005/8/layout/default"/>
    <dgm:cxn modelId="{96758AA9-2EF6-4912-A1F0-F9D9609DF9D0}" type="presParOf" srcId="{10184C04-69D7-4628-8328-17BFC7F0C79C}" destId="{247436CD-FFF7-49D7-9AAB-687A8C72A2EA}" srcOrd="9" destOrd="0" presId="urn:microsoft.com/office/officeart/2005/8/layout/default"/>
    <dgm:cxn modelId="{0A65E121-14B1-41F4-ADD0-6035DE594F75}" type="presParOf" srcId="{10184C04-69D7-4628-8328-17BFC7F0C79C}" destId="{47B9252B-FDFF-4817-A810-206773F0BAA6}" srcOrd="10" destOrd="0" presId="urn:microsoft.com/office/officeart/2005/8/layout/default"/>
    <dgm:cxn modelId="{56EA9FD7-6325-4DF3-9F11-9B668C0C24AB}" type="presParOf" srcId="{10184C04-69D7-4628-8328-17BFC7F0C79C}" destId="{D1DE6BDB-0E72-4D18-86BC-9B5EA709FCFC}" srcOrd="11" destOrd="0" presId="urn:microsoft.com/office/officeart/2005/8/layout/default"/>
    <dgm:cxn modelId="{6A583A7A-0E5E-4A6E-87FF-8B0AB32C032A}" type="presParOf" srcId="{10184C04-69D7-4628-8328-17BFC7F0C79C}" destId="{32EF9B35-4B4C-411E-815D-FC8C757E7A08}" srcOrd="12" destOrd="0" presId="urn:microsoft.com/office/officeart/2005/8/layout/default"/>
    <dgm:cxn modelId="{33AB4AC3-71E3-4DFF-A303-87FE5EEA3069}" type="presParOf" srcId="{10184C04-69D7-4628-8328-17BFC7F0C79C}" destId="{D0767AF0-8815-4BCA-B91A-BB6EBB657368}" srcOrd="13" destOrd="0" presId="urn:microsoft.com/office/officeart/2005/8/layout/default"/>
    <dgm:cxn modelId="{32D1AFEC-3F23-4171-BAF8-4524DB2D1A58}" type="presParOf" srcId="{10184C04-69D7-4628-8328-17BFC7F0C79C}" destId="{7B97B492-DEAB-4F2D-BC21-E4A145ACC57B}" srcOrd="14" destOrd="0" presId="urn:microsoft.com/office/officeart/2005/8/layout/default"/>
    <dgm:cxn modelId="{E49E99B5-08F0-41FF-9142-08A4FC85D7F3}" type="presParOf" srcId="{10184C04-69D7-4628-8328-17BFC7F0C79C}" destId="{512EE4C0-47A6-473C-BDC0-295F38D0AC56}" srcOrd="15" destOrd="0" presId="urn:microsoft.com/office/officeart/2005/8/layout/default"/>
    <dgm:cxn modelId="{5A0256A8-EF8D-4B2F-A853-FF14BE5DA5AE}" type="presParOf" srcId="{10184C04-69D7-4628-8328-17BFC7F0C79C}" destId="{71A1EDBD-0348-4AAB-B982-A52051970CAC}" srcOrd="16" destOrd="0" presId="urn:microsoft.com/office/officeart/2005/8/layout/default"/>
    <dgm:cxn modelId="{AD42F7D0-F098-493D-B6C4-F5E696EBC6A1}" type="presParOf" srcId="{10184C04-69D7-4628-8328-17BFC7F0C79C}" destId="{4D1F4B72-8449-4A87-B63B-D058AFF67BAF}" srcOrd="17" destOrd="0" presId="urn:microsoft.com/office/officeart/2005/8/layout/default"/>
    <dgm:cxn modelId="{C75F851B-FDA6-42F4-8730-CEC0423F911D}" type="presParOf" srcId="{10184C04-69D7-4628-8328-17BFC7F0C79C}" destId="{FB015C99-BC4B-4FAD-BD77-3770525EC4B1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0DA7D8-5FAF-45DA-8C36-D35AA164E22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86DC1E-D34C-4F37-8077-E47E69AC8235}">
      <dgm:prSet/>
      <dgm:spPr/>
      <dgm:t>
        <a:bodyPr/>
        <a:lstStyle/>
        <a:p>
          <a:pPr>
            <a:defRPr cap="all"/>
          </a:pPr>
          <a:r>
            <a:rPr lang="en-US"/>
            <a:t>🔐 Password hashing (Django auth)</a:t>
          </a:r>
        </a:p>
      </dgm:t>
    </dgm:pt>
    <dgm:pt modelId="{65E28EA3-5F2B-45D2-8B53-796C2B6A644D}" type="parTrans" cxnId="{CA28B671-C8D2-49B9-9BDA-75F0EFB3E77A}">
      <dgm:prSet/>
      <dgm:spPr/>
      <dgm:t>
        <a:bodyPr/>
        <a:lstStyle/>
        <a:p>
          <a:endParaRPr lang="en-US"/>
        </a:p>
      </dgm:t>
    </dgm:pt>
    <dgm:pt modelId="{20562481-CDDE-43F4-BF15-28913018D2DA}" type="sibTrans" cxnId="{CA28B671-C8D2-49B9-9BDA-75F0EFB3E77A}">
      <dgm:prSet/>
      <dgm:spPr/>
      <dgm:t>
        <a:bodyPr/>
        <a:lstStyle/>
        <a:p>
          <a:endParaRPr lang="en-US"/>
        </a:p>
      </dgm:t>
    </dgm:pt>
    <dgm:pt modelId="{DE6582A5-2D34-48DF-A01E-3ED882F56A4F}">
      <dgm:prSet/>
      <dgm:spPr/>
      <dgm:t>
        <a:bodyPr/>
        <a:lstStyle/>
        <a:p>
          <a:pPr>
            <a:defRPr cap="all"/>
          </a:pPr>
          <a:r>
            <a:rPr lang="en-US"/>
            <a:t>🔐 Input validation &amp; CSRF protection</a:t>
          </a:r>
        </a:p>
      </dgm:t>
    </dgm:pt>
    <dgm:pt modelId="{FCDA0DA6-4B4F-45BC-95C4-7391026E1C70}" type="parTrans" cxnId="{A8243851-EAFE-4BC0-A893-BDB5F033A254}">
      <dgm:prSet/>
      <dgm:spPr/>
      <dgm:t>
        <a:bodyPr/>
        <a:lstStyle/>
        <a:p>
          <a:endParaRPr lang="en-US"/>
        </a:p>
      </dgm:t>
    </dgm:pt>
    <dgm:pt modelId="{D015B851-5EEE-4D7C-B5A2-08E8F295E44B}" type="sibTrans" cxnId="{A8243851-EAFE-4BC0-A893-BDB5F033A254}">
      <dgm:prSet/>
      <dgm:spPr/>
      <dgm:t>
        <a:bodyPr/>
        <a:lstStyle/>
        <a:p>
          <a:endParaRPr lang="en-US"/>
        </a:p>
      </dgm:t>
    </dgm:pt>
    <dgm:pt modelId="{3E3C53A1-10F5-4895-9FBF-474536C82C1E}">
      <dgm:prSet/>
      <dgm:spPr/>
      <dgm:t>
        <a:bodyPr/>
        <a:lstStyle/>
        <a:p>
          <a:pPr>
            <a:defRPr cap="all"/>
          </a:pPr>
          <a:r>
            <a:rPr lang="en-US"/>
            <a:t>🔐 Session management</a:t>
          </a:r>
        </a:p>
      </dgm:t>
    </dgm:pt>
    <dgm:pt modelId="{C2D3FCE9-226E-45CA-9150-E36F2ACD5EB4}" type="parTrans" cxnId="{BA1EA6D3-D070-44BF-AA0A-1D2FF63BA2B9}">
      <dgm:prSet/>
      <dgm:spPr/>
      <dgm:t>
        <a:bodyPr/>
        <a:lstStyle/>
        <a:p>
          <a:endParaRPr lang="en-US"/>
        </a:p>
      </dgm:t>
    </dgm:pt>
    <dgm:pt modelId="{09F9AF12-B041-411B-A3BB-58A7B1B44513}" type="sibTrans" cxnId="{BA1EA6D3-D070-44BF-AA0A-1D2FF63BA2B9}">
      <dgm:prSet/>
      <dgm:spPr/>
      <dgm:t>
        <a:bodyPr/>
        <a:lstStyle/>
        <a:p>
          <a:endParaRPr lang="en-US"/>
        </a:p>
      </dgm:t>
    </dgm:pt>
    <dgm:pt modelId="{A5E66747-9FCE-4C78-993E-4FC62ACD7761}">
      <dgm:prSet/>
      <dgm:spPr/>
      <dgm:t>
        <a:bodyPr/>
        <a:lstStyle/>
        <a:p>
          <a:pPr>
            <a:defRPr cap="all"/>
          </a:pPr>
          <a:r>
            <a:rPr lang="en-US"/>
            <a:t>🔐 Admin authentication for control</a:t>
          </a:r>
        </a:p>
      </dgm:t>
    </dgm:pt>
    <dgm:pt modelId="{E20E5F26-4E80-463E-8E8D-C90BF9F1C86B}" type="parTrans" cxnId="{03CAEFB1-CC58-42B8-A175-109B8AFF3BEB}">
      <dgm:prSet/>
      <dgm:spPr/>
      <dgm:t>
        <a:bodyPr/>
        <a:lstStyle/>
        <a:p>
          <a:endParaRPr lang="en-US"/>
        </a:p>
      </dgm:t>
    </dgm:pt>
    <dgm:pt modelId="{D55BBF01-1846-4435-A880-DD4EB9E707C7}" type="sibTrans" cxnId="{03CAEFB1-CC58-42B8-A175-109B8AFF3BEB}">
      <dgm:prSet/>
      <dgm:spPr/>
      <dgm:t>
        <a:bodyPr/>
        <a:lstStyle/>
        <a:p>
          <a:endParaRPr lang="en-US"/>
        </a:p>
      </dgm:t>
    </dgm:pt>
    <dgm:pt modelId="{E7A8FD8D-8BCC-4555-BF66-2F05877D8F6B}" type="pres">
      <dgm:prSet presAssocID="{460DA7D8-5FAF-45DA-8C36-D35AA164E22E}" presName="root" presStyleCnt="0">
        <dgm:presLayoutVars>
          <dgm:dir/>
          <dgm:resizeHandles val="exact"/>
        </dgm:presLayoutVars>
      </dgm:prSet>
      <dgm:spPr/>
    </dgm:pt>
    <dgm:pt modelId="{50303FED-6396-403C-931A-B1998158DEC6}" type="pres">
      <dgm:prSet presAssocID="{D486DC1E-D34C-4F37-8077-E47E69AC8235}" presName="compNode" presStyleCnt="0"/>
      <dgm:spPr/>
    </dgm:pt>
    <dgm:pt modelId="{DB627D99-BFFE-44F0-AFA6-BB98598FD455}" type="pres">
      <dgm:prSet presAssocID="{D486DC1E-D34C-4F37-8077-E47E69AC8235}" presName="iconBgRect" presStyleLbl="bgShp" presStyleIdx="0" presStyleCnt="4"/>
      <dgm:spPr/>
    </dgm:pt>
    <dgm:pt modelId="{EA4EB648-C0D2-4F23-B5E8-85E7D096F021}" type="pres">
      <dgm:prSet presAssocID="{D486DC1E-D34C-4F37-8077-E47E69AC82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3D78109C-9A84-4CF8-9304-8A74E6B08BF9}" type="pres">
      <dgm:prSet presAssocID="{D486DC1E-D34C-4F37-8077-E47E69AC8235}" presName="spaceRect" presStyleCnt="0"/>
      <dgm:spPr/>
    </dgm:pt>
    <dgm:pt modelId="{56410632-739F-4B7F-81D1-F8A2EDA85F05}" type="pres">
      <dgm:prSet presAssocID="{D486DC1E-D34C-4F37-8077-E47E69AC8235}" presName="textRect" presStyleLbl="revTx" presStyleIdx="0" presStyleCnt="4">
        <dgm:presLayoutVars>
          <dgm:chMax val="1"/>
          <dgm:chPref val="1"/>
        </dgm:presLayoutVars>
      </dgm:prSet>
      <dgm:spPr/>
    </dgm:pt>
    <dgm:pt modelId="{D8CB4514-2A3C-4DBC-A90A-C3B4D5DF4624}" type="pres">
      <dgm:prSet presAssocID="{20562481-CDDE-43F4-BF15-28913018D2DA}" presName="sibTrans" presStyleCnt="0"/>
      <dgm:spPr/>
    </dgm:pt>
    <dgm:pt modelId="{A8930021-8DF6-4522-9081-1210FE46B1A0}" type="pres">
      <dgm:prSet presAssocID="{DE6582A5-2D34-48DF-A01E-3ED882F56A4F}" presName="compNode" presStyleCnt="0"/>
      <dgm:spPr/>
    </dgm:pt>
    <dgm:pt modelId="{55962C7C-01B4-4872-B3E6-70F13566AA54}" type="pres">
      <dgm:prSet presAssocID="{DE6582A5-2D34-48DF-A01E-3ED882F56A4F}" presName="iconBgRect" presStyleLbl="bgShp" presStyleIdx="1" presStyleCnt="4"/>
      <dgm:spPr/>
    </dgm:pt>
    <dgm:pt modelId="{64D85CEE-3798-4DB9-AB3A-598697EDC759}" type="pres">
      <dgm:prSet presAssocID="{DE6582A5-2D34-48DF-A01E-3ED882F56A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78C12E9-D143-4D6B-BC2D-363F3B82F224}" type="pres">
      <dgm:prSet presAssocID="{DE6582A5-2D34-48DF-A01E-3ED882F56A4F}" presName="spaceRect" presStyleCnt="0"/>
      <dgm:spPr/>
    </dgm:pt>
    <dgm:pt modelId="{84895745-8D01-48DD-98D7-19BFD6A7CA53}" type="pres">
      <dgm:prSet presAssocID="{DE6582A5-2D34-48DF-A01E-3ED882F56A4F}" presName="textRect" presStyleLbl="revTx" presStyleIdx="1" presStyleCnt="4">
        <dgm:presLayoutVars>
          <dgm:chMax val="1"/>
          <dgm:chPref val="1"/>
        </dgm:presLayoutVars>
      </dgm:prSet>
      <dgm:spPr/>
    </dgm:pt>
    <dgm:pt modelId="{653CEE7B-8F1F-408E-82D3-09FE5B628915}" type="pres">
      <dgm:prSet presAssocID="{D015B851-5EEE-4D7C-B5A2-08E8F295E44B}" presName="sibTrans" presStyleCnt="0"/>
      <dgm:spPr/>
    </dgm:pt>
    <dgm:pt modelId="{6EE5082F-C40B-4EFF-8FB7-B6C8B669AA26}" type="pres">
      <dgm:prSet presAssocID="{3E3C53A1-10F5-4895-9FBF-474536C82C1E}" presName="compNode" presStyleCnt="0"/>
      <dgm:spPr/>
    </dgm:pt>
    <dgm:pt modelId="{D917E3FC-764C-4249-9274-0E2D71A21526}" type="pres">
      <dgm:prSet presAssocID="{3E3C53A1-10F5-4895-9FBF-474536C82C1E}" presName="iconBgRect" presStyleLbl="bgShp" presStyleIdx="2" presStyleCnt="4"/>
      <dgm:spPr/>
    </dgm:pt>
    <dgm:pt modelId="{CD2AD8FB-A108-4426-B989-12DBC70F658B}" type="pres">
      <dgm:prSet presAssocID="{3E3C53A1-10F5-4895-9FBF-474536C82C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7905D62-CEF3-4274-AFF9-BECD5DF753B4}" type="pres">
      <dgm:prSet presAssocID="{3E3C53A1-10F5-4895-9FBF-474536C82C1E}" presName="spaceRect" presStyleCnt="0"/>
      <dgm:spPr/>
    </dgm:pt>
    <dgm:pt modelId="{8146796E-2CB2-43D3-9395-F3817B0ADF36}" type="pres">
      <dgm:prSet presAssocID="{3E3C53A1-10F5-4895-9FBF-474536C82C1E}" presName="textRect" presStyleLbl="revTx" presStyleIdx="2" presStyleCnt="4">
        <dgm:presLayoutVars>
          <dgm:chMax val="1"/>
          <dgm:chPref val="1"/>
        </dgm:presLayoutVars>
      </dgm:prSet>
      <dgm:spPr/>
    </dgm:pt>
    <dgm:pt modelId="{4B29F001-7D68-43E2-B700-843B5B6FA348}" type="pres">
      <dgm:prSet presAssocID="{09F9AF12-B041-411B-A3BB-58A7B1B44513}" presName="sibTrans" presStyleCnt="0"/>
      <dgm:spPr/>
    </dgm:pt>
    <dgm:pt modelId="{E905E469-5705-4F06-BF18-A5784DFB2183}" type="pres">
      <dgm:prSet presAssocID="{A5E66747-9FCE-4C78-993E-4FC62ACD7761}" presName="compNode" presStyleCnt="0"/>
      <dgm:spPr/>
    </dgm:pt>
    <dgm:pt modelId="{D0BFCD59-9359-4E8F-BCB7-D1981185988A}" type="pres">
      <dgm:prSet presAssocID="{A5E66747-9FCE-4C78-993E-4FC62ACD7761}" presName="iconBgRect" presStyleLbl="bgShp" presStyleIdx="3" presStyleCnt="4"/>
      <dgm:spPr/>
    </dgm:pt>
    <dgm:pt modelId="{B59864B1-2466-40BC-8B98-E256A96F0C4B}" type="pres">
      <dgm:prSet presAssocID="{A5E66747-9FCE-4C78-993E-4FC62ACD77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BE6B861-21FB-4C38-99DA-682AE2DC5087}" type="pres">
      <dgm:prSet presAssocID="{A5E66747-9FCE-4C78-993E-4FC62ACD7761}" presName="spaceRect" presStyleCnt="0"/>
      <dgm:spPr/>
    </dgm:pt>
    <dgm:pt modelId="{7757C502-19FD-41E1-BAF5-FC7A15C57F48}" type="pres">
      <dgm:prSet presAssocID="{A5E66747-9FCE-4C78-993E-4FC62ACD7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243851-EAFE-4BC0-A893-BDB5F033A254}" srcId="{460DA7D8-5FAF-45DA-8C36-D35AA164E22E}" destId="{DE6582A5-2D34-48DF-A01E-3ED882F56A4F}" srcOrd="1" destOrd="0" parTransId="{FCDA0DA6-4B4F-45BC-95C4-7391026E1C70}" sibTransId="{D015B851-5EEE-4D7C-B5A2-08E8F295E44B}"/>
    <dgm:cxn modelId="{CA28B671-C8D2-49B9-9BDA-75F0EFB3E77A}" srcId="{460DA7D8-5FAF-45DA-8C36-D35AA164E22E}" destId="{D486DC1E-D34C-4F37-8077-E47E69AC8235}" srcOrd="0" destOrd="0" parTransId="{65E28EA3-5F2B-45D2-8B53-796C2B6A644D}" sibTransId="{20562481-CDDE-43F4-BF15-28913018D2DA}"/>
    <dgm:cxn modelId="{D30636A0-40C9-4392-8C96-F7B0EDD0C882}" type="presOf" srcId="{A5E66747-9FCE-4C78-993E-4FC62ACD7761}" destId="{7757C502-19FD-41E1-BAF5-FC7A15C57F48}" srcOrd="0" destOrd="0" presId="urn:microsoft.com/office/officeart/2018/5/layout/IconCircleLabelList"/>
    <dgm:cxn modelId="{03CAEFB1-CC58-42B8-A175-109B8AFF3BEB}" srcId="{460DA7D8-5FAF-45DA-8C36-D35AA164E22E}" destId="{A5E66747-9FCE-4C78-993E-4FC62ACD7761}" srcOrd="3" destOrd="0" parTransId="{E20E5F26-4E80-463E-8E8D-C90BF9F1C86B}" sibTransId="{D55BBF01-1846-4435-A880-DD4EB9E707C7}"/>
    <dgm:cxn modelId="{BA1EA6D3-D070-44BF-AA0A-1D2FF63BA2B9}" srcId="{460DA7D8-5FAF-45DA-8C36-D35AA164E22E}" destId="{3E3C53A1-10F5-4895-9FBF-474536C82C1E}" srcOrd="2" destOrd="0" parTransId="{C2D3FCE9-226E-45CA-9150-E36F2ACD5EB4}" sibTransId="{09F9AF12-B041-411B-A3BB-58A7B1B44513}"/>
    <dgm:cxn modelId="{C615B2D3-A6F4-4C68-A7A0-21833EBAF49A}" type="presOf" srcId="{3E3C53A1-10F5-4895-9FBF-474536C82C1E}" destId="{8146796E-2CB2-43D3-9395-F3817B0ADF36}" srcOrd="0" destOrd="0" presId="urn:microsoft.com/office/officeart/2018/5/layout/IconCircleLabelList"/>
    <dgm:cxn modelId="{B146F4D8-D84F-464B-8D8E-B8171DF7F509}" type="presOf" srcId="{460DA7D8-5FAF-45DA-8C36-D35AA164E22E}" destId="{E7A8FD8D-8BCC-4555-BF66-2F05877D8F6B}" srcOrd="0" destOrd="0" presId="urn:microsoft.com/office/officeart/2018/5/layout/IconCircleLabelList"/>
    <dgm:cxn modelId="{6C2805D9-F0CE-473E-AB45-F5BDD5DDF34D}" type="presOf" srcId="{D486DC1E-D34C-4F37-8077-E47E69AC8235}" destId="{56410632-739F-4B7F-81D1-F8A2EDA85F05}" srcOrd="0" destOrd="0" presId="urn:microsoft.com/office/officeart/2018/5/layout/IconCircleLabelList"/>
    <dgm:cxn modelId="{2F2CBAD9-6F9B-418D-A00D-D618E9A767ED}" type="presOf" srcId="{DE6582A5-2D34-48DF-A01E-3ED882F56A4F}" destId="{84895745-8D01-48DD-98D7-19BFD6A7CA53}" srcOrd="0" destOrd="0" presId="urn:microsoft.com/office/officeart/2018/5/layout/IconCircleLabelList"/>
    <dgm:cxn modelId="{381886D6-0A3B-42EA-BD06-B70E2F940FE3}" type="presParOf" srcId="{E7A8FD8D-8BCC-4555-BF66-2F05877D8F6B}" destId="{50303FED-6396-403C-931A-B1998158DEC6}" srcOrd="0" destOrd="0" presId="urn:microsoft.com/office/officeart/2018/5/layout/IconCircleLabelList"/>
    <dgm:cxn modelId="{F535A7AE-2645-4451-8D15-4D01265540E2}" type="presParOf" srcId="{50303FED-6396-403C-931A-B1998158DEC6}" destId="{DB627D99-BFFE-44F0-AFA6-BB98598FD455}" srcOrd="0" destOrd="0" presId="urn:microsoft.com/office/officeart/2018/5/layout/IconCircleLabelList"/>
    <dgm:cxn modelId="{E5BED4E6-BA0C-4554-BB62-233D8E451C68}" type="presParOf" srcId="{50303FED-6396-403C-931A-B1998158DEC6}" destId="{EA4EB648-C0D2-4F23-B5E8-85E7D096F021}" srcOrd="1" destOrd="0" presId="urn:microsoft.com/office/officeart/2018/5/layout/IconCircleLabelList"/>
    <dgm:cxn modelId="{ED44BC91-6BF9-4CC5-ABF2-DF2F43F966E0}" type="presParOf" srcId="{50303FED-6396-403C-931A-B1998158DEC6}" destId="{3D78109C-9A84-4CF8-9304-8A74E6B08BF9}" srcOrd="2" destOrd="0" presId="urn:microsoft.com/office/officeart/2018/5/layout/IconCircleLabelList"/>
    <dgm:cxn modelId="{49D2D7AF-4CF3-4472-BFDB-AC6F9CDB05F1}" type="presParOf" srcId="{50303FED-6396-403C-931A-B1998158DEC6}" destId="{56410632-739F-4B7F-81D1-F8A2EDA85F05}" srcOrd="3" destOrd="0" presId="urn:microsoft.com/office/officeart/2018/5/layout/IconCircleLabelList"/>
    <dgm:cxn modelId="{613C9DB6-A510-438D-963D-E29CA7A3AE3A}" type="presParOf" srcId="{E7A8FD8D-8BCC-4555-BF66-2F05877D8F6B}" destId="{D8CB4514-2A3C-4DBC-A90A-C3B4D5DF4624}" srcOrd="1" destOrd="0" presId="urn:microsoft.com/office/officeart/2018/5/layout/IconCircleLabelList"/>
    <dgm:cxn modelId="{69B89BAB-2066-4DFF-ABE1-0FEB6F9F7A78}" type="presParOf" srcId="{E7A8FD8D-8BCC-4555-BF66-2F05877D8F6B}" destId="{A8930021-8DF6-4522-9081-1210FE46B1A0}" srcOrd="2" destOrd="0" presId="urn:microsoft.com/office/officeart/2018/5/layout/IconCircleLabelList"/>
    <dgm:cxn modelId="{4B91289B-2F58-45CE-A683-310A48DBD243}" type="presParOf" srcId="{A8930021-8DF6-4522-9081-1210FE46B1A0}" destId="{55962C7C-01B4-4872-B3E6-70F13566AA54}" srcOrd="0" destOrd="0" presId="urn:microsoft.com/office/officeart/2018/5/layout/IconCircleLabelList"/>
    <dgm:cxn modelId="{EC15554E-7F42-49F9-89F7-FBB23236CD03}" type="presParOf" srcId="{A8930021-8DF6-4522-9081-1210FE46B1A0}" destId="{64D85CEE-3798-4DB9-AB3A-598697EDC759}" srcOrd="1" destOrd="0" presId="urn:microsoft.com/office/officeart/2018/5/layout/IconCircleLabelList"/>
    <dgm:cxn modelId="{83F50002-CF5D-41F2-8630-625D37D0A097}" type="presParOf" srcId="{A8930021-8DF6-4522-9081-1210FE46B1A0}" destId="{778C12E9-D143-4D6B-BC2D-363F3B82F224}" srcOrd="2" destOrd="0" presId="urn:microsoft.com/office/officeart/2018/5/layout/IconCircleLabelList"/>
    <dgm:cxn modelId="{0A8CFED5-7DD1-4AB8-9CAC-9E5A57C93521}" type="presParOf" srcId="{A8930021-8DF6-4522-9081-1210FE46B1A0}" destId="{84895745-8D01-48DD-98D7-19BFD6A7CA53}" srcOrd="3" destOrd="0" presId="urn:microsoft.com/office/officeart/2018/5/layout/IconCircleLabelList"/>
    <dgm:cxn modelId="{6A3CF6E9-376B-4D3B-9880-8AB83669B016}" type="presParOf" srcId="{E7A8FD8D-8BCC-4555-BF66-2F05877D8F6B}" destId="{653CEE7B-8F1F-408E-82D3-09FE5B628915}" srcOrd="3" destOrd="0" presId="urn:microsoft.com/office/officeart/2018/5/layout/IconCircleLabelList"/>
    <dgm:cxn modelId="{FEA2C8C2-9F07-47CA-BADC-769F611B4F19}" type="presParOf" srcId="{E7A8FD8D-8BCC-4555-BF66-2F05877D8F6B}" destId="{6EE5082F-C40B-4EFF-8FB7-B6C8B669AA26}" srcOrd="4" destOrd="0" presId="urn:microsoft.com/office/officeart/2018/5/layout/IconCircleLabelList"/>
    <dgm:cxn modelId="{64036CBD-09F1-4BFB-AAA8-BD5F6205CD6C}" type="presParOf" srcId="{6EE5082F-C40B-4EFF-8FB7-B6C8B669AA26}" destId="{D917E3FC-764C-4249-9274-0E2D71A21526}" srcOrd="0" destOrd="0" presId="urn:microsoft.com/office/officeart/2018/5/layout/IconCircleLabelList"/>
    <dgm:cxn modelId="{456FC054-1412-4D3A-8DF0-EE899698FB68}" type="presParOf" srcId="{6EE5082F-C40B-4EFF-8FB7-B6C8B669AA26}" destId="{CD2AD8FB-A108-4426-B989-12DBC70F658B}" srcOrd="1" destOrd="0" presId="urn:microsoft.com/office/officeart/2018/5/layout/IconCircleLabelList"/>
    <dgm:cxn modelId="{72784885-22F9-4E59-BB9F-5912725ED9C5}" type="presParOf" srcId="{6EE5082F-C40B-4EFF-8FB7-B6C8B669AA26}" destId="{17905D62-CEF3-4274-AFF9-BECD5DF753B4}" srcOrd="2" destOrd="0" presId="urn:microsoft.com/office/officeart/2018/5/layout/IconCircleLabelList"/>
    <dgm:cxn modelId="{E035D4AA-981B-4345-90A5-B7CCF03A92ED}" type="presParOf" srcId="{6EE5082F-C40B-4EFF-8FB7-B6C8B669AA26}" destId="{8146796E-2CB2-43D3-9395-F3817B0ADF36}" srcOrd="3" destOrd="0" presId="urn:microsoft.com/office/officeart/2018/5/layout/IconCircleLabelList"/>
    <dgm:cxn modelId="{A3F5D261-D588-44D7-A8C8-CCBEAE6E53D4}" type="presParOf" srcId="{E7A8FD8D-8BCC-4555-BF66-2F05877D8F6B}" destId="{4B29F001-7D68-43E2-B700-843B5B6FA348}" srcOrd="5" destOrd="0" presId="urn:microsoft.com/office/officeart/2018/5/layout/IconCircleLabelList"/>
    <dgm:cxn modelId="{582F56D6-F27A-47FC-AB78-0CDF0D855AFD}" type="presParOf" srcId="{E7A8FD8D-8BCC-4555-BF66-2F05877D8F6B}" destId="{E905E469-5705-4F06-BF18-A5784DFB2183}" srcOrd="6" destOrd="0" presId="urn:microsoft.com/office/officeart/2018/5/layout/IconCircleLabelList"/>
    <dgm:cxn modelId="{59D8CF89-FCDA-4C8F-ACC3-1DD7AEDE9EFE}" type="presParOf" srcId="{E905E469-5705-4F06-BF18-A5784DFB2183}" destId="{D0BFCD59-9359-4E8F-BCB7-D1981185988A}" srcOrd="0" destOrd="0" presId="urn:microsoft.com/office/officeart/2018/5/layout/IconCircleLabelList"/>
    <dgm:cxn modelId="{0A97BF9B-9AEA-42E3-9759-30F21E56FFD2}" type="presParOf" srcId="{E905E469-5705-4F06-BF18-A5784DFB2183}" destId="{B59864B1-2466-40BC-8B98-E256A96F0C4B}" srcOrd="1" destOrd="0" presId="urn:microsoft.com/office/officeart/2018/5/layout/IconCircleLabelList"/>
    <dgm:cxn modelId="{1E90D706-D40F-4422-8127-B84B586518E2}" type="presParOf" srcId="{E905E469-5705-4F06-BF18-A5784DFB2183}" destId="{3BE6B861-21FB-4C38-99DA-682AE2DC5087}" srcOrd="2" destOrd="0" presId="urn:microsoft.com/office/officeart/2018/5/layout/IconCircleLabelList"/>
    <dgm:cxn modelId="{BA99A9E8-8A95-48DC-B644-77F935C19FA0}" type="presParOf" srcId="{E905E469-5705-4F06-BF18-A5784DFB2183}" destId="{7757C502-19FD-41E1-BAF5-FC7A15C57F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6E4B2-BC19-4887-9878-7BF5E4C6EFE8}">
      <dsp:nvSpPr>
        <dsp:cNvPr id="0" name=""/>
        <dsp:cNvSpPr/>
      </dsp:nvSpPr>
      <dsp:spPr>
        <a:xfrm>
          <a:off x="702168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DCF7C-3936-4805-9526-6B19B351244D}">
      <dsp:nvSpPr>
        <dsp:cNvPr id="0" name=""/>
        <dsp:cNvSpPr/>
      </dsp:nvSpPr>
      <dsp:spPr>
        <a:xfrm>
          <a:off x="110411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secure web-based banking system developed using Django.</a:t>
          </a:r>
        </a:p>
      </dsp:txBody>
      <dsp:txXfrm>
        <a:off x="110411" y="2065620"/>
        <a:ext cx="2151843" cy="720000"/>
      </dsp:txXfrm>
    </dsp:sp>
    <dsp:sp modelId="{F609D0F8-521E-4A72-9439-4779DD130718}">
      <dsp:nvSpPr>
        <dsp:cNvPr id="0" name=""/>
        <dsp:cNvSpPr/>
      </dsp:nvSpPr>
      <dsp:spPr>
        <a:xfrm>
          <a:off x="3230584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1EC4D-9208-4147-BA57-0443216DB543}">
      <dsp:nvSpPr>
        <dsp:cNvPr id="0" name=""/>
        <dsp:cNvSpPr/>
      </dsp:nvSpPr>
      <dsp:spPr>
        <a:xfrm>
          <a:off x="2638827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core banking functions with integrated personal finance tools.</a:t>
          </a:r>
        </a:p>
      </dsp:txBody>
      <dsp:txXfrm>
        <a:off x="2638827" y="2065620"/>
        <a:ext cx="2151843" cy="720000"/>
      </dsp:txXfrm>
    </dsp:sp>
    <dsp:sp modelId="{F09F6A97-129A-4E10-B459-3F9E0FEAE7D1}">
      <dsp:nvSpPr>
        <dsp:cNvPr id="0" name=""/>
        <dsp:cNvSpPr/>
      </dsp:nvSpPr>
      <dsp:spPr>
        <a:xfrm>
          <a:off x="5759001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2E41B-4960-4074-BDE7-B89DF2FA186A}">
      <dsp:nvSpPr>
        <dsp:cNvPr id="0" name=""/>
        <dsp:cNvSpPr/>
      </dsp:nvSpPr>
      <dsp:spPr>
        <a:xfrm>
          <a:off x="5167243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Includes a machine learning model to predict loan eligibility.</a:t>
          </a:r>
        </a:p>
      </dsp:txBody>
      <dsp:txXfrm>
        <a:off x="5167243" y="2065620"/>
        <a:ext cx="215184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6F950-C47B-413D-AAFF-79C201E324A4}">
      <dsp:nvSpPr>
        <dsp:cNvPr id="0" name=""/>
        <dsp:cNvSpPr/>
      </dsp:nvSpPr>
      <dsp:spPr>
        <a:xfrm>
          <a:off x="0" y="0"/>
          <a:ext cx="5720714" cy="645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✔ User Registration &amp; Login</a:t>
          </a:r>
        </a:p>
      </dsp:txBody>
      <dsp:txXfrm>
        <a:off x="18899" y="18899"/>
        <a:ext cx="4948918" cy="607475"/>
      </dsp:txXfrm>
    </dsp:sp>
    <dsp:sp modelId="{277BAE7A-C344-47C6-B553-9089BFBD19FC}">
      <dsp:nvSpPr>
        <dsp:cNvPr id="0" name=""/>
        <dsp:cNvSpPr/>
      </dsp:nvSpPr>
      <dsp:spPr>
        <a:xfrm>
          <a:off x="427196" y="734894"/>
          <a:ext cx="5720714" cy="645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✔ Deposits and Withdrawals</a:t>
          </a:r>
        </a:p>
      </dsp:txBody>
      <dsp:txXfrm>
        <a:off x="446095" y="753793"/>
        <a:ext cx="4836292" cy="607475"/>
      </dsp:txXfrm>
    </dsp:sp>
    <dsp:sp modelId="{CFF18859-37EB-48B3-8654-CE3601C7FC66}">
      <dsp:nvSpPr>
        <dsp:cNvPr id="0" name=""/>
        <dsp:cNvSpPr/>
      </dsp:nvSpPr>
      <dsp:spPr>
        <a:xfrm>
          <a:off x="865261" y="1469788"/>
          <a:ext cx="5720714" cy="645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✔ Balance Inquiry &amp; Transaction History</a:t>
          </a:r>
        </a:p>
      </dsp:txBody>
      <dsp:txXfrm>
        <a:off x="884160" y="1488687"/>
        <a:ext cx="4836292" cy="607475"/>
      </dsp:txXfrm>
    </dsp:sp>
    <dsp:sp modelId="{CF36AA4E-199F-4176-B595-7D7B26EE288D}">
      <dsp:nvSpPr>
        <dsp:cNvPr id="0" name=""/>
        <dsp:cNvSpPr/>
      </dsp:nvSpPr>
      <dsp:spPr>
        <a:xfrm>
          <a:off x="1281588" y="2204682"/>
          <a:ext cx="5720714" cy="645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✔ Loan Amount Prediction (ML-based)</a:t>
          </a:r>
        </a:p>
      </dsp:txBody>
      <dsp:txXfrm>
        <a:off x="1300487" y="2223581"/>
        <a:ext cx="4836292" cy="607475"/>
      </dsp:txXfrm>
    </dsp:sp>
    <dsp:sp modelId="{62F25F2D-56BE-4EA7-90F1-7D8ECAFDB8E1}">
      <dsp:nvSpPr>
        <dsp:cNvPr id="0" name=""/>
        <dsp:cNvSpPr/>
      </dsp:nvSpPr>
      <dsp:spPr>
        <a:xfrm>
          <a:off x="1038202" y="2685578"/>
          <a:ext cx="5720714" cy="645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✔ 10 Financial Calculators (e.g., EMI, FD, SIP)</a:t>
          </a:r>
        </a:p>
      </dsp:txBody>
      <dsp:txXfrm>
        <a:off x="1057101" y="2704477"/>
        <a:ext cx="4836292" cy="607475"/>
      </dsp:txXfrm>
    </dsp:sp>
    <dsp:sp modelId="{167753F3-1A5F-4C10-82A0-E0A37682333F}">
      <dsp:nvSpPr>
        <dsp:cNvPr id="0" name=""/>
        <dsp:cNvSpPr/>
      </dsp:nvSpPr>
      <dsp:spPr>
        <a:xfrm>
          <a:off x="5301286" y="471407"/>
          <a:ext cx="419427" cy="4194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95657" y="471407"/>
        <a:ext cx="230685" cy="315619"/>
      </dsp:txXfrm>
    </dsp:sp>
    <dsp:sp modelId="{F498D449-5803-4A33-875C-DA89128B0FFD}">
      <dsp:nvSpPr>
        <dsp:cNvPr id="0" name=""/>
        <dsp:cNvSpPr/>
      </dsp:nvSpPr>
      <dsp:spPr>
        <a:xfrm>
          <a:off x="5728482" y="1206302"/>
          <a:ext cx="419427" cy="41942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822853" y="1206302"/>
        <a:ext cx="230685" cy="315619"/>
      </dsp:txXfrm>
    </dsp:sp>
    <dsp:sp modelId="{095024C7-FF96-413B-9932-6B4F6F14E00E}">
      <dsp:nvSpPr>
        <dsp:cNvPr id="0" name=""/>
        <dsp:cNvSpPr/>
      </dsp:nvSpPr>
      <dsp:spPr>
        <a:xfrm>
          <a:off x="6155679" y="1930441"/>
          <a:ext cx="419427" cy="41942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250050" y="1930441"/>
        <a:ext cx="230685" cy="315619"/>
      </dsp:txXfrm>
    </dsp:sp>
    <dsp:sp modelId="{2F4B994E-4A10-43AE-BE8A-BBEDF114E700}">
      <dsp:nvSpPr>
        <dsp:cNvPr id="0" name=""/>
        <dsp:cNvSpPr/>
      </dsp:nvSpPr>
      <dsp:spPr>
        <a:xfrm>
          <a:off x="6582875" y="2672505"/>
          <a:ext cx="419427" cy="41942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677246" y="2672505"/>
        <a:ext cx="230685" cy="3156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C54EF-7525-4DB9-B0CE-9D4DC98ADEEB}">
      <dsp:nvSpPr>
        <dsp:cNvPr id="0" name=""/>
        <dsp:cNvSpPr/>
      </dsp:nvSpPr>
      <dsp:spPr>
        <a:xfrm>
          <a:off x="0" y="2800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28278-6FC5-430D-A6D7-06120FDA7C5B}">
      <dsp:nvSpPr>
        <dsp:cNvPr id="0" name=""/>
        <dsp:cNvSpPr/>
      </dsp:nvSpPr>
      <dsp:spPr>
        <a:xfrm>
          <a:off x="180453" y="137022"/>
          <a:ext cx="328097" cy="328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E27B2-A80E-46B8-95BC-035DDE7629EA}">
      <dsp:nvSpPr>
        <dsp:cNvPr id="0" name=""/>
        <dsp:cNvSpPr/>
      </dsp:nvSpPr>
      <dsp:spPr>
        <a:xfrm>
          <a:off x="689005" y="2800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🔹 Backend: Django (Python)</a:t>
          </a:r>
        </a:p>
      </dsp:txBody>
      <dsp:txXfrm>
        <a:off x="689005" y="2800"/>
        <a:ext cx="6740493" cy="596541"/>
      </dsp:txXfrm>
    </dsp:sp>
    <dsp:sp modelId="{EC09D862-D04B-453A-B20C-8A3B39AFB832}">
      <dsp:nvSpPr>
        <dsp:cNvPr id="0" name=""/>
        <dsp:cNvSpPr/>
      </dsp:nvSpPr>
      <dsp:spPr>
        <a:xfrm>
          <a:off x="0" y="748477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AED1F-38D6-4C11-8ACB-F0F8C9EB776A}">
      <dsp:nvSpPr>
        <dsp:cNvPr id="0" name=""/>
        <dsp:cNvSpPr/>
      </dsp:nvSpPr>
      <dsp:spPr>
        <a:xfrm>
          <a:off x="180453" y="882699"/>
          <a:ext cx="328097" cy="328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77FDE-B601-490A-89AB-4702FE244D53}">
      <dsp:nvSpPr>
        <dsp:cNvPr id="0" name=""/>
        <dsp:cNvSpPr/>
      </dsp:nvSpPr>
      <dsp:spPr>
        <a:xfrm>
          <a:off x="689005" y="748477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🔹 Frontend: HTML, CSS, Bootstrap (template-based)</a:t>
          </a:r>
        </a:p>
      </dsp:txBody>
      <dsp:txXfrm>
        <a:off x="689005" y="748477"/>
        <a:ext cx="6740493" cy="596541"/>
      </dsp:txXfrm>
    </dsp:sp>
    <dsp:sp modelId="{0411DFAD-3D81-4A8D-A9B5-ECD61349A1BB}">
      <dsp:nvSpPr>
        <dsp:cNvPr id="0" name=""/>
        <dsp:cNvSpPr/>
      </dsp:nvSpPr>
      <dsp:spPr>
        <a:xfrm>
          <a:off x="0" y="1494154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A41168-0C53-4857-9AB3-428BA539583F}">
      <dsp:nvSpPr>
        <dsp:cNvPr id="0" name=""/>
        <dsp:cNvSpPr/>
      </dsp:nvSpPr>
      <dsp:spPr>
        <a:xfrm>
          <a:off x="180453" y="1628376"/>
          <a:ext cx="328097" cy="328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FB61E-FBD4-4298-9FD5-80E76ED74E2E}">
      <dsp:nvSpPr>
        <dsp:cNvPr id="0" name=""/>
        <dsp:cNvSpPr/>
      </dsp:nvSpPr>
      <dsp:spPr>
        <a:xfrm>
          <a:off x="689005" y="1494154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🔹 Database: SQLite (development)</a:t>
          </a:r>
        </a:p>
      </dsp:txBody>
      <dsp:txXfrm>
        <a:off x="689005" y="1494154"/>
        <a:ext cx="6740493" cy="596541"/>
      </dsp:txXfrm>
    </dsp:sp>
    <dsp:sp modelId="{6ADACBE9-E969-4A50-8B01-88758ABD59FA}">
      <dsp:nvSpPr>
        <dsp:cNvPr id="0" name=""/>
        <dsp:cNvSpPr/>
      </dsp:nvSpPr>
      <dsp:spPr>
        <a:xfrm>
          <a:off x="0" y="2239831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C44CC-8F54-48C5-B793-E6384A946EEE}">
      <dsp:nvSpPr>
        <dsp:cNvPr id="0" name=""/>
        <dsp:cNvSpPr/>
      </dsp:nvSpPr>
      <dsp:spPr>
        <a:xfrm>
          <a:off x="180453" y="2374052"/>
          <a:ext cx="328097" cy="328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BA036-3849-4283-9968-322B6D6C7C9F}">
      <dsp:nvSpPr>
        <dsp:cNvPr id="0" name=""/>
        <dsp:cNvSpPr/>
      </dsp:nvSpPr>
      <dsp:spPr>
        <a:xfrm>
          <a:off x="689005" y="2239831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🔹 Machine Learning: scikit-learn</a:t>
          </a:r>
        </a:p>
      </dsp:txBody>
      <dsp:txXfrm>
        <a:off x="689005" y="2239831"/>
        <a:ext cx="6740493" cy="596541"/>
      </dsp:txXfrm>
    </dsp:sp>
    <dsp:sp modelId="{393A2EA9-D281-4A67-84D1-4BD420190928}">
      <dsp:nvSpPr>
        <dsp:cNvPr id="0" name=""/>
        <dsp:cNvSpPr/>
      </dsp:nvSpPr>
      <dsp:spPr>
        <a:xfrm>
          <a:off x="0" y="2985507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20103-1D89-4464-9D22-C829338C43C7}">
      <dsp:nvSpPr>
        <dsp:cNvPr id="0" name=""/>
        <dsp:cNvSpPr/>
      </dsp:nvSpPr>
      <dsp:spPr>
        <a:xfrm>
          <a:off x="180453" y="3119729"/>
          <a:ext cx="328097" cy="3280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0D8CC-89AE-4A76-9688-C75A9694299F}">
      <dsp:nvSpPr>
        <dsp:cNvPr id="0" name=""/>
        <dsp:cNvSpPr/>
      </dsp:nvSpPr>
      <dsp:spPr>
        <a:xfrm>
          <a:off x="689005" y="2985507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🔹 Deployment: PythonAnywhere (Tried)</a:t>
          </a:r>
        </a:p>
      </dsp:txBody>
      <dsp:txXfrm>
        <a:off x="689005" y="2985507"/>
        <a:ext cx="6740493" cy="596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94886-688B-4799-B785-173D444E8731}">
      <dsp:nvSpPr>
        <dsp:cNvPr id="0" name=""/>
        <dsp:cNvSpPr/>
      </dsp:nvSpPr>
      <dsp:spPr>
        <a:xfrm>
          <a:off x="2176" y="65646"/>
          <a:ext cx="1726778" cy="10360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1. EMI Calculator</a:t>
          </a:r>
          <a:endParaRPr lang="en-US" sz="1900" kern="1200"/>
        </a:p>
      </dsp:txBody>
      <dsp:txXfrm>
        <a:off x="2176" y="65646"/>
        <a:ext cx="1726778" cy="1036066"/>
      </dsp:txXfrm>
    </dsp:sp>
    <dsp:sp modelId="{CB6B558C-2800-47C0-B88F-0B23BC6C5446}">
      <dsp:nvSpPr>
        <dsp:cNvPr id="0" name=""/>
        <dsp:cNvSpPr/>
      </dsp:nvSpPr>
      <dsp:spPr>
        <a:xfrm>
          <a:off x="1901632" y="65646"/>
          <a:ext cx="1726778" cy="103606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2. Fixed Deposit (FD) Calculator</a:t>
          </a:r>
          <a:endParaRPr lang="en-US" sz="1900" kern="1200"/>
        </a:p>
      </dsp:txBody>
      <dsp:txXfrm>
        <a:off x="1901632" y="65646"/>
        <a:ext cx="1726778" cy="1036066"/>
      </dsp:txXfrm>
    </dsp:sp>
    <dsp:sp modelId="{588D2F4E-8010-4671-8F8C-F41CFA55AB4F}">
      <dsp:nvSpPr>
        <dsp:cNvPr id="0" name=""/>
        <dsp:cNvSpPr/>
      </dsp:nvSpPr>
      <dsp:spPr>
        <a:xfrm>
          <a:off x="3801088" y="65646"/>
          <a:ext cx="1726778" cy="103606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3. Recurring Deposit (RD) Calculator</a:t>
          </a:r>
          <a:endParaRPr lang="en-US" sz="1900" kern="1200" dirty="0"/>
        </a:p>
      </dsp:txBody>
      <dsp:txXfrm>
        <a:off x="3801088" y="65646"/>
        <a:ext cx="1726778" cy="1036066"/>
      </dsp:txXfrm>
    </dsp:sp>
    <dsp:sp modelId="{5F6F9297-E79C-44FB-B790-1F4F128093FF}">
      <dsp:nvSpPr>
        <dsp:cNvPr id="0" name=""/>
        <dsp:cNvSpPr/>
      </dsp:nvSpPr>
      <dsp:spPr>
        <a:xfrm>
          <a:off x="5700544" y="65646"/>
          <a:ext cx="1726778" cy="103606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4. Simple Interest</a:t>
          </a:r>
          <a:endParaRPr lang="en-US" sz="1900" kern="1200"/>
        </a:p>
      </dsp:txBody>
      <dsp:txXfrm>
        <a:off x="5700544" y="65646"/>
        <a:ext cx="1726778" cy="1036066"/>
      </dsp:txXfrm>
    </dsp:sp>
    <dsp:sp modelId="{EC45D130-5A2B-41C0-80B0-5D029C72350B}">
      <dsp:nvSpPr>
        <dsp:cNvPr id="0" name=""/>
        <dsp:cNvSpPr/>
      </dsp:nvSpPr>
      <dsp:spPr>
        <a:xfrm>
          <a:off x="2176" y="1274391"/>
          <a:ext cx="1726778" cy="103606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5. Compound Interest</a:t>
          </a:r>
          <a:endParaRPr lang="en-US" sz="1900" kern="1200"/>
        </a:p>
      </dsp:txBody>
      <dsp:txXfrm>
        <a:off x="2176" y="1274391"/>
        <a:ext cx="1726778" cy="1036066"/>
      </dsp:txXfrm>
    </dsp:sp>
    <dsp:sp modelId="{47B9252B-FDFF-4817-A810-206773F0BAA6}">
      <dsp:nvSpPr>
        <dsp:cNvPr id="0" name=""/>
        <dsp:cNvSpPr/>
      </dsp:nvSpPr>
      <dsp:spPr>
        <a:xfrm>
          <a:off x="1901632" y="1274391"/>
          <a:ext cx="1726778" cy="10360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6. SIP (Systematic Investment Plan)</a:t>
          </a:r>
          <a:endParaRPr lang="en-US" sz="1900" kern="1200" dirty="0"/>
        </a:p>
      </dsp:txBody>
      <dsp:txXfrm>
        <a:off x="1901632" y="1274391"/>
        <a:ext cx="1726778" cy="1036066"/>
      </dsp:txXfrm>
    </dsp:sp>
    <dsp:sp modelId="{32EF9B35-4B4C-411E-815D-FC8C757E7A08}">
      <dsp:nvSpPr>
        <dsp:cNvPr id="0" name=""/>
        <dsp:cNvSpPr/>
      </dsp:nvSpPr>
      <dsp:spPr>
        <a:xfrm>
          <a:off x="3801088" y="1274391"/>
          <a:ext cx="1726778" cy="103606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7. PPF</a:t>
          </a:r>
          <a:endParaRPr lang="en-US" sz="1900" kern="1200"/>
        </a:p>
      </dsp:txBody>
      <dsp:txXfrm>
        <a:off x="3801088" y="1274391"/>
        <a:ext cx="1726778" cy="1036066"/>
      </dsp:txXfrm>
    </dsp:sp>
    <dsp:sp modelId="{7B97B492-DEAB-4F2D-BC21-E4A145ACC57B}">
      <dsp:nvSpPr>
        <dsp:cNvPr id="0" name=""/>
        <dsp:cNvSpPr/>
      </dsp:nvSpPr>
      <dsp:spPr>
        <a:xfrm>
          <a:off x="5700544" y="1274391"/>
          <a:ext cx="1726778" cy="103606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8. Retirement</a:t>
          </a:r>
          <a:endParaRPr lang="en-US" sz="1900" kern="1200"/>
        </a:p>
      </dsp:txBody>
      <dsp:txXfrm>
        <a:off x="5700544" y="1274391"/>
        <a:ext cx="1726778" cy="1036066"/>
      </dsp:txXfrm>
    </dsp:sp>
    <dsp:sp modelId="{71A1EDBD-0348-4AAB-B982-A52051970CAC}">
      <dsp:nvSpPr>
        <dsp:cNvPr id="0" name=""/>
        <dsp:cNvSpPr/>
      </dsp:nvSpPr>
      <dsp:spPr>
        <a:xfrm>
          <a:off x="1901632" y="2483136"/>
          <a:ext cx="1726778" cy="103606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9. Education Planning</a:t>
          </a:r>
          <a:endParaRPr lang="en-US" sz="1900" kern="1200"/>
        </a:p>
      </dsp:txBody>
      <dsp:txXfrm>
        <a:off x="1901632" y="2483136"/>
        <a:ext cx="1726778" cy="1036066"/>
      </dsp:txXfrm>
    </dsp:sp>
    <dsp:sp modelId="{FB015C99-BC4B-4FAD-BD77-3770525EC4B1}">
      <dsp:nvSpPr>
        <dsp:cNvPr id="0" name=""/>
        <dsp:cNvSpPr/>
      </dsp:nvSpPr>
      <dsp:spPr>
        <a:xfrm>
          <a:off x="3801088" y="2483136"/>
          <a:ext cx="1726778" cy="103606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10. Loan Repayment</a:t>
          </a:r>
          <a:endParaRPr lang="en-US" sz="1900" kern="1200"/>
        </a:p>
      </dsp:txBody>
      <dsp:txXfrm>
        <a:off x="3801088" y="2483136"/>
        <a:ext cx="1726778" cy="10360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27D99-BFFE-44F0-AFA6-BB98598FD455}">
      <dsp:nvSpPr>
        <dsp:cNvPr id="0" name=""/>
        <dsp:cNvSpPr/>
      </dsp:nvSpPr>
      <dsp:spPr>
        <a:xfrm>
          <a:off x="320334" y="807346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EB648-C0D2-4F23-B5E8-85E7D096F021}">
      <dsp:nvSpPr>
        <dsp:cNvPr id="0" name=""/>
        <dsp:cNvSpPr/>
      </dsp:nvSpPr>
      <dsp:spPr>
        <a:xfrm>
          <a:off x="533768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10632-739F-4B7F-81D1-F8A2EDA85F05}">
      <dsp:nvSpPr>
        <dsp:cNvPr id="0" name=""/>
        <dsp:cNvSpPr/>
      </dsp:nvSpPr>
      <dsp:spPr>
        <a:xfrm>
          <a:off x="184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🔐 Password hashing (Django auth)</a:t>
          </a:r>
        </a:p>
      </dsp:txBody>
      <dsp:txXfrm>
        <a:off x="184" y="2120784"/>
        <a:ext cx="1641796" cy="656718"/>
      </dsp:txXfrm>
    </dsp:sp>
    <dsp:sp modelId="{55962C7C-01B4-4872-B3E6-70F13566AA54}">
      <dsp:nvSpPr>
        <dsp:cNvPr id="0" name=""/>
        <dsp:cNvSpPr/>
      </dsp:nvSpPr>
      <dsp:spPr>
        <a:xfrm>
          <a:off x="2249445" y="807346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85CEE-3798-4DB9-AB3A-598697EDC759}">
      <dsp:nvSpPr>
        <dsp:cNvPr id="0" name=""/>
        <dsp:cNvSpPr/>
      </dsp:nvSpPr>
      <dsp:spPr>
        <a:xfrm>
          <a:off x="2462879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95745-8D01-48DD-98D7-19BFD6A7CA53}">
      <dsp:nvSpPr>
        <dsp:cNvPr id="0" name=""/>
        <dsp:cNvSpPr/>
      </dsp:nvSpPr>
      <dsp:spPr>
        <a:xfrm>
          <a:off x="1929295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🔐 Input validation &amp; CSRF protection</a:t>
          </a:r>
        </a:p>
      </dsp:txBody>
      <dsp:txXfrm>
        <a:off x="1929295" y="2120784"/>
        <a:ext cx="1641796" cy="656718"/>
      </dsp:txXfrm>
    </dsp:sp>
    <dsp:sp modelId="{D917E3FC-764C-4249-9274-0E2D71A21526}">
      <dsp:nvSpPr>
        <dsp:cNvPr id="0" name=""/>
        <dsp:cNvSpPr/>
      </dsp:nvSpPr>
      <dsp:spPr>
        <a:xfrm>
          <a:off x="4178557" y="807346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AD8FB-A108-4426-B989-12DBC70F658B}">
      <dsp:nvSpPr>
        <dsp:cNvPr id="0" name=""/>
        <dsp:cNvSpPr/>
      </dsp:nvSpPr>
      <dsp:spPr>
        <a:xfrm>
          <a:off x="4391990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6796E-2CB2-43D3-9395-F3817B0ADF36}">
      <dsp:nvSpPr>
        <dsp:cNvPr id="0" name=""/>
        <dsp:cNvSpPr/>
      </dsp:nvSpPr>
      <dsp:spPr>
        <a:xfrm>
          <a:off x="3858406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🔐 Session management</a:t>
          </a:r>
        </a:p>
      </dsp:txBody>
      <dsp:txXfrm>
        <a:off x="3858406" y="2120784"/>
        <a:ext cx="1641796" cy="656718"/>
      </dsp:txXfrm>
    </dsp:sp>
    <dsp:sp modelId="{D0BFCD59-9359-4E8F-BCB7-D1981185988A}">
      <dsp:nvSpPr>
        <dsp:cNvPr id="0" name=""/>
        <dsp:cNvSpPr/>
      </dsp:nvSpPr>
      <dsp:spPr>
        <a:xfrm>
          <a:off x="6107668" y="807346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864B1-2466-40BC-8B98-E256A96F0C4B}">
      <dsp:nvSpPr>
        <dsp:cNvPr id="0" name=""/>
        <dsp:cNvSpPr/>
      </dsp:nvSpPr>
      <dsp:spPr>
        <a:xfrm>
          <a:off x="6321102" y="1020780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7C502-19FD-41E1-BAF5-FC7A15C57F48}">
      <dsp:nvSpPr>
        <dsp:cNvPr id="0" name=""/>
        <dsp:cNvSpPr/>
      </dsp:nvSpPr>
      <dsp:spPr>
        <a:xfrm>
          <a:off x="5787518" y="212078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🔐 Admin authentication for control</a:t>
          </a:r>
        </a:p>
      </dsp:txBody>
      <dsp:txXfrm>
        <a:off x="5787518" y="2120784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4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8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9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8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1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8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2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0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5138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46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2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94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71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9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91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EF58D138-35FF-4A3E-9FCD-A6044FD3C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79" name="Rectangle 78">
              <a:extLst>
                <a:ext uri="{FF2B5EF4-FFF2-40B4-BE49-F238E27FC236}">
                  <a16:creationId xmlns:a16="http://schemas.microsoft.com/office/drawing/2014/main" id="{F5BD0798-598F-4D8A-86B1-B5EFC7444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AC94F2E1-5E1D-4DE4-876F-B863EF53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4275668"/>
            <a:ext cx="7353294" cy="936096"/>
          </a:xfrm>
        </p:spPr>
        <p:txBody>
          <a:bodyPr>
            <a:normAutofit/>
          </a:bodyPr>
          <a:lstStyle/>
          <a:p>
            <a:r>
              <a:rPr lang="en-IN" sz="3800" dirty="0"/>
              <a:t>Banking System Project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B0FEEE-81F6-4CFD-9F19-7422C2BBB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610875A9-E6B1-4A9E-8D06-56271808A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568C212-C192-4F35-9EDA-FFAFA2620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AB2D5B1-4EF5-411D-98F9-332CE875D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1DF0D0-5B9C-4A92-A0C5-F70CC77B4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E44C639-7E08-4ED9-87D3-7E1DEBD17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D55EDFE-6B27-4CEF-A149-DE03F258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899753F1-0A7C-4019-B0D4-98E8D6555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E46CC92-32DE-4118-9922-E40E32D0C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6E837780-3EEC-4D7C-AE0A-B85D4B4D7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FF9C7BD2-1595-4FB5-84CC-08DBE10EF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223B4D7F-AAB4-4C07-8497-AC90FC7AC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BF0BC434-CADA-4A14-9CC4-514A8AC0A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64B93112-5E7A-4AD7-9F08-EC9DE3B7A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104C40EC-49BC-4BF4-9B0F-36413F92C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490CF2A3-97A8-4A5C-AA71-F66D5EFB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AD278AAA-5D43-4120-94A8-8CABD2B2D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4063DBF1-AA0B-41AE-B075-3592DD039E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084C0B7D-251C-4399-AF81-3D417E6CC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41CBB601-6248-4C6A-8CE0-EDE956CA6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61217433-E7AF-4C9E-B859-8B51FDE44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3750ECC-2687-4D3D-AF82-9D55F4A95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481712CE-D3D3-48A9-9194-29514E826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AFDCA284-1452-42D7-8188-8DBBF5500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84621BF2-B93B-49DE-A0E9-7DB87A12D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23D257B1-AE83-4340-9A3D-9AF67475D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48C080A8-F687-4FC3-85A0-06C260CA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A63FB1C6-D023-4C54-8D8E-319888E05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52BE8048-5EF4-03F0-CA04-914022E504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046" r="2" b="2047"/>
          <a:stretch/>
        </p:blipFill>
        <p:spPr>
          <a:xfrm>
            <a:off x="946315" y="1295939"/>
            <a:ext cx="6713205" cy="297972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ED8042C1-215E-4C21-BB6B-38C5EE469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134E4A6E-1602-4ED8-95F4-2649025B4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E26FC114-5BB0-453D-9D96-4A82F7EB7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42DD29BE-7338-48CF-A8E4-AE63B9474A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38DA003C-8448-4B2C-AFEC-8354C0FCF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444007C8-E852-4C4C-B866-1F029E7D3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93687523-D874-491A-A0CA-5C46712A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8B54C82F-6BF1-43CD-8E37-69E9A44A8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7319E2D4-6B6C-40D8-BED9-458580829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12E07592-0C27-4DBF-9DCB-3629BB6DE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Rectangle 41">
              <a:extLst>
                <a:ext uri="{FF2B5EF4-FFF2-40B4-BE49-F238E27FC236}">
                  <a16:creationId xmlns:a16="http://schemas.microsoft.com/office/drawing/2014/main" id="{9EA2E577-F748-4C1C-BD16-8356C2F76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F73CF2B-E13E-94B7-5AF1-6A70E2815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057F99-C48F-B6EA-E179-AC00225F3E1C}"/>
              </a:ext>
            </a:extLst>
          </p:cNvPr>
          <p:cNvSpPr txBox="1"/>
          <p:nvPr/>
        </p:nvSpPr>
        <p:spPr>
          <a:xfrm>
            <a:off x="1185880" y="5437189"/>
            <a:ext cx="245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Hitters,</a:t>
            </a:r>
          </a:p>
          <a:p>
            <a:r>
              <a:rPr lang="en-US" dirty="0"/>
              <a:t>Mahesh</a:t>
            </a:r>
          </a:p>
          <a:p>
            <a:r>
              <a:rPr lang="en-US" dirty="0"/>
              <a:t>Nithin</a:t>
            </a:r>
          </a:p>
          <a:p>
            <a:r>
              <a:rPr lang="en-US" dirty="0"/>
              <a:t>Shweta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Project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C016EC1-CA95-6610-04E6-4E96CF16C4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771362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89C6D84-080F-6ADC-4349-A6B534273F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A17A-F7AD-3DF0-5B19-13249227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24544"/>
            <a:ext cx="7429499" cy="1121228"/>
          </a:xfrm>
        </p:spPr>
        <p:txBody>
          <a:bodyPr/>
          <a:lstStyle/>
          <a:p>
            <a:r>
              <a:rPr lang="en-US" dirty="0"/>
              <a:t>Project management : JIRA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FFC6E5-73E1-14A4-0EAB-340F78DE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81" y="1751290"/>
            <a:ext cx="8159413" cy="446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5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7282B2-01DA-F3B7-CB65-24EEA0C6B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140345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A4E81DA-48D6-DA32-F136-DD9BFEEC29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30EBD8-3E56-F770-759A-2A16E4361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473473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EB11232-855A-6EF7-48FB-E71C69C08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IN" dirty="0"/>
              <a:t>Financial Calculators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F5BB1-973C-A7E3-9831-8741AB8DA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9BE2239B-5466-0AD1-CFE4-155D0A33C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056076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lculator with a box and a picture of buildings&#10;&#10;AI-generated content may be incorrect.">
            <a:extLst>
              <a:ext uri="{FF2B5EF4-FFF2-40B4-BE49-F238E27FC236}">
                <a16:creationId xmlns:a16="http://schemas.microsoft.com/office/drawing/2014/main" id="{16169214-A93D-BA43-EA39-848E6E3A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480893"/>
            <a:ext cx="5682343" cy="2757607"/>
          </a:xfrm>
          <a:prstGeom prst="rect">
            <a:avLst/>
          </a:prstGeom>
        </p:spPr>
      </p:pic>
      <p:pic>
        <p:nvPicPr>
          <p:cNvPr id="7" name="Picture 6" descr="A screen shot of a calculator&#10;&#10;AI-generated content may be incorrect.">
            <a:extLst>
              <a:ext uri="{FF2B5EF4-FFF2-40B4-BE49-F238E27FC236}">
                <a16:creationId xmlns:a16="http://schemas.microsoft.com/office/drawing/2014/main" id="{C8027A07-12BF-11A3-8755-6E141C67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43" y="3745541"/>
            <a:ext cx="5682342" cy="24810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CAA06-193C-46AB-7EDC-D0898BB35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5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en-IN" sz="3000"/>
              <a:t>ML: Loan Amount Prediction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r>
              <a:rPr lang="en-US" sz="1600" dirty="0"/>
              <a:t>🎯 Predicts the maximum eligible loan amount for a user.</a:t>
            </a:r>
          </a:p>
          <a:p>
            <a:r>
              <a:rPr lang="en-US" sz="1600" dirty="0">
                <a:effectLst/>
              </a:rPr>
              <a:t>Inputs: Age, Income, Credit Score, </a:t>
            </a:r>
            <a:r>
              <a:rPr lang="en-US" sz="1600" dirty="0" err="1">
                <a:effectLst/>
              </a:rPr>
              <a:t>Dependents,Existing</a:t>
            </a:r>
            <a:r>
              <a:rPr lang="en-US" sz="1600" dirty="0">
                <a:effectLst/>
              </a:rPr>
              <a:t> loan amount,  Loan Tenure, etc.</a:t>
            </a:r>
          </a:p>
          <a:p>
            <a:r>
              <a:rPr lang="en-US" sz="1200" dirty="0"/>
              <a:t>Library used: pandas, </a:t>
            </a:r>
            <a:r>
              <a:rPr lang="en-US" sz="1200" dirty="0" err="1"/>
              <a:t>numpy</a:t>
            </a:r>
            <a:r>
              <a:rPr lang="en-US" sz="1200" dirty="0"/>
              <a:t>, scikit-learn </a:t>
            </a:r>
            <a:r>
              <a:rPr lang="en-US" sz="1200" dirty="0" err="1"/>
              <a:t>joblib</a:t>
            </a:r>
            <a:endParaRPr lang="en-US" sz="1600" dirty="0">
              <a:effectLst/>
            </a:endParaRPr>
          </a:p>
          <a:p>
            <a:r>
              <a:rPr lang="en-US" sz="1600" dirty="0">
                <a:effectLst/>
              </a:rPr>
              <a:t>Algorithm Used: Random Forest Regressor </a:t>
            </a:r>
          </a:p>
          <a:p>
            <a:r>
              <a:rPr lang="en-US" sz="1600" dirty="0"/>
              <a:t>Trained using a custom dataset and integrated via Pickle model.</a:t>
            </a:r>
          </a:p>
          <a:p>
            <a:r>
              <a:rPr lang="en-US" sz="1600" dirty="0"/>
              <a:t>Real-time prediction from web form.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A1104FF-D40D-9CE5-034D-87F4E8B1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C075-3EA1-C530-AB2C-27D0B29F4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r>
              <a:rPr lang="en-US" dirty="0">
                <a:effectLst/>
              </a:rPr>
              <a:t>Inputs: Age, Income, Credit Score, Dependents, Existing loan amount,  Loan Tenure, etc.</a:t>
            </a:r>
          </a:p>
          <a:p>
            <a:r>
              <a:rPr lang="en-US" dirty="0">
                <a:effectLst/>
              </a:rPr>
              <a:t>Algorithm Used: Random Forest Regressor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645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loan account&#10;&#10;AI-generated content may be incorrect.">
            <a:extLst>
              <a:ext uri="{FF2B5EF4-FFF2-40B4-BE49-F238E27FC236}">
                <a16:creationId xmlns:a16="http://schemas.microsoft.com/office/drawing/2014/main" id="{DE2536E8-B018-8788-BB5F-B802489A5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496" y="638402"/>
            <a:ext cx="6129410" cy="516368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7E0389-881C-F3E2-F84E-F2A8465D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7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dirty="0"/>
              <a:t>Security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0118CC-314F-74E3-DC16-F5F8E9D0A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799029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9EB5F82-9416-27F9-5BA8-2E861A3BD6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🎯 platform: PythonAnywhere</a:t>
            </a:r>
          </a:p>
          <a:p>
            <a:r>
              <a:rPr dirty="0"/>
              <a:t>⚙ Steps include:</a:t>
            </a:r>
          </a:p>
          <a:p>
            <a:r>
              <a:rPr dirty="0"/>
              <a:t>- Upload project files</a:t>
            </a:r>
          </a:p>
          <a:p>
            <a:r>
              <a:rPr dirty="0"/>
              <a:t>- Configure WSGI</a:t>
            </a:r>
          </a:p>
          <a:p>
            <a:r>
              <a:rPr dirty="0"/>
              <a:t>- Set up </a:t>
            </a:r>
            <a:r>
              <a:rPr dirty="0" err="1"/>
              <a:t>virtualenv</a:t>
            </a:r>
            <a:r>
              <a:rPr dirty="0"/>
              <a:t> &amp; dependencies</a:t>
            </a:r>
          </a:p>
          <a:p>
            <a:r>
              <a:rPr dirty="0"/>
              <a:t>- Map static files and set environment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87B16-20C6-2FDF-78AE-8569F0372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📈 M</a:t>
            </a:r>
            <a:r>
              <a:rPr lang="en-IN" dirty="0" err="1"/>
              <a:t>ulti</a:t>
            </a:r>
            <a:r>
              <a:rPr lang="en-IN" dirty="0"/>
              <a:t>-user transaction support (real-time banking)</a:t>
            </a:r>
            <a:endParaRPr dirty="0"/>
          </a:p>
          <a:p>
            <a:r>
              <a:rPr dirty="0"/>
              <a:t>📊 Dashboard with data visualization</a:t>
            </a:r>
          </a:p>
          <a:p>
            <a:r>
              <a:rPr dirty="0"/>
              <a:t>💳 Integration with payment APIs</a:t>
            </a:r>
          </a:p>
          <a:p>
            <a:r>
              <a:rPr dirty="0"/>
              <a:t>📱 Mobile-friendly UI/UX design</a:t>
            </a:r>
          </a:p>
          <a:p>
            <a:r>
              <a:rPr dirty="0"/>
              <a:t>🔎 Improved ML model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224B5-3859-761B-B687-C36356C9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61C6D790-69F0-40CA-813A-84D724D1C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48476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ound Diagonal Corner Rectangle 7">
            <a:extLst>
              <a:ext uri="{FF2B5EF4-FFF2-40B4-BE49-F238E27FC236}">
                <a16:creationId xmlns:a16="http://schemas.microsoft.com/office/drawing/2014/main" id="{F5A78137-DBB7-4A93-98AC-5606814E2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504" y="806450"/>
            <a:ext cx="6989607" cy="4502149"/>
          </a:xfrm>
          <a:prstGeom prst="round2DiagRect">
            <a:avLst>
              <a:gd name="adj1" fmla="val 7929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srgbClr val="092338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91E49-1DDC-7F34-4793-5BBBCEFB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858" y="1125511"/>
            <a:ext cx="5351675" cy="26569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DEMO OF OUR PROJECT</a:t>
            </a:r>
          </a:p>
        </p:txBody>
      </p:sp>
    </p:spTree>
    <p:extLst>
      <p:ext uri="{BB962C8B-B14F-4D97-AF65-F5344CB8AC3E}">
        <p14:creationId xmlns:p14="http://schemas.microsoft.com/office/powerpoint/2010/main" val="398812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appreciate your time and attention.</a:t>
            </a:r>
          </a:p>
          <a:p>
            <a:r>
              <a:rPr dirty="0"/>
              <a:t>Looking forward to your feedback.</a:t>
            </a:r>
          </a:p>
          <a:p>
            <a:r>
              <a:rPr dirty="0"/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C3FC3-7FD2-F4D3-E311-93F339ABC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242" y="122238"/>
            <a:ext cx="700087" cy="77152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374</TotalTime>
  <Words>376</Words>
  <Application>Microsoft Office PowerPoint</Application>
  <PresentationFormat>On-screen Show (4:3)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Banking System Project</vt:lpstr>
      <vt:lpstr>Project Overview</vt:lpstr>
      <vt:lpstr>Project management : JIRA</vt:lpstr>
      <vt:lpstr>Key Features</vt:lpstr>
      <vt:lpstr>Technology Stack</vt:lpstr>
      <vt:lpstr>Financial Calculators</vt:lpstr>
      <vt:lpstr>PowerPoint Presentation</vt:lpstr>
      <vt:lpstr>ML: Loan Amount Prediction</vt:lpstr>
      <vt:lpstr>PowerPoint Presentation</vt:lpstr>
      <vt:lpstr>PowerPoint Presentation</vt:lpstr>
      <vt:lpstr>Security Features</vt:lpstr>
      <vt:lpstr>Deployment Strategy</vt:lpstr>
      <vt:lpstr>Future Enhancements</vt:lpstr>
      <vt:lpstr>DEMO OF OUR PROJECT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Nithin Narayanan(UST,IN)</dc:creator>
  <cp:keywords/>
  <dc:description>generated using python-pptx</dc:description>
  <cp:lastModifiedBy>Nithin Narayanan(UST,IN)</cp:lastModifiedBy>
  <cp:revision>5</cp:revision>
  <dcterms:created xsi:type="dcterms:W3CDTF">2013-01-27T09:14:16Z</dcterms:created>
  <dcterms:modified xsi:type="dcterms:W3CDTF">2025-05-02T11:27:18Z</dcterms:modified>
  <cp:category/>
</cp:coreProperties>
</file>